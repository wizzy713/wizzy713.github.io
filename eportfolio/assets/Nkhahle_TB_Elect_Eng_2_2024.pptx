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6.xml" ContentType="application/inkml+xml"/>
  <Override PartName="/ppt/notesSlides/notesSlide8.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notesSlides/notesSlide9.xml" ContentType="application/vnd.openxmlformats-officedocument.presentationml.notesSlide+xml"/>
  <Override PartName="/ppt/ink/ink37.xml" ContentType="application/inkml+xml"/>
  <Override PartName="/ppt/ink/ink38.xml" ContentType="application/inkml+xml"/>
  <Override PartName="/ppt/ink/ink39.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865" r:id="rId5"/>
    <p:sldMasterId id="2147484889" r:id="rId6"/>
  </p:sldMasterIdLst>
  <p:notesMasterIdLst>
    <p:notesMasterId r:id="rId22"/>
  </p:notesMasterIdLst>
  <p:handoutMasterIdLst>
    <p:handoutMasterId r:id="rId23"/>
  </p:handoutMasterIdLst>
  <p:sldIdLst>
    <p:sldId id="1178" r:id="rId7"/>
    <p:sldId id="1181" r:id="rId8"/>
    <p:sldId id="1206" r:id="rId9"/>
    <p:sldId id="1207" r:id="rId10"/>
    <p:sldId id="1182" r:id="rId11"/>
    <p:sldId id="1209" r:id="rId12"/>
    <p:sldId id="1208" r:id="rId13"/>
    <p:sldId id="1211" r:id="rId14"/>
    <p:sldId id="1212" r:id="rId15"/>
    <p:sldId id="1210" r:id="rId16"/>
    <p:sldId id="1184" r:id="rId17"/>
    <p:sldId id="1192" r:id="rId18"/>
    <p:sldId id="1213" r:id="rId19"/>
    <p:sldId id="1190" r:id="rId20"/>
    <p:sldId id="1180" r:id="rId21"/>
  </p:sldIdLst>
  <p:sldSz cx="12192000" cy="6858000"/>
  <p:notesSz cx="6797675" cy="9926638"/>
  <p:custDataLst>
    <p:tags r:id="rId24"/>
  </p:custDataLst>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Moodley, Moveshen (M)" initials="MM(" lastIdx="4" clrIdx="6">
    <p:extLst>
      <p:ext uri="{19B8F6BF-5375-455C-9EA6-DF929625EA0E}">
        <p15:presenceInfo xmlns:p15="http://schemas.microsoft.com/office/powerpoint/2012/main" userId="S-1-5-21-3029681880-3507922862-2989041862-81682" providerId="AD"/>
      </p:ext>
    </p:extLst>
  </p:cmAuthor>
  <p:cmAuthor id="1" name="Bounds, Natalie (NI)" initials="BN(" lastIdx="35" clrIdx="0">
    <p:extLst>
      <p:ext uri="{19B8F6BF-5375-455C-9EA6-DF929625EA0E}">
        <p15:presenceInfo xmlns:p15="http://schemas.microsoft.com/office/powerpoint/2012/main" userId="S-1-5-21-3029681880-3507922862-2989041862-195745" providerId="AD"/>
      </p:ext>
    </p:extLst>
  </p:cmAuthor>
  <p:cmAuthor id="8" name="Sydow, Tiffany (TS)" initials="ST(" lastIdx="3" clrIdx="7">
    <p:extLst>
      <p:ext uri="{19B8F6BF-5375-455C-9EA6-DF929625EA0E}">
        <p15:presenceInfo xmlns:p15="http://schemas.microsoft.com/office/powerpoint/2012/main" userId="S-1-5-21-3029681880-3507922862-2989041862-79723" providerId="AD"/>
      </p:ext>
    </p:extLst>
  </p:cmAuthor>
  <p:cmAuthor id="2" name="Harrington, Shamini (S)" initials="HS(" lastIdx="1" clrIdx="1">
    <p:extLst>
      <p:ext uri="{19B8F6BF-5375-455C-9EA6-DF929625EA0E}">
        <p15:presenceInfo xmlns:p15="http://schemas.microsoft.com/office/powerpoint/2012/main" userId="S-1-5-21-3029681880-3507922862-2989041862-80496" providerId="AD"/>
      </p:ext>
    </p:extLst>
  </p:cmAuthor>
  <p:cmAuthor id="3" name="Lachman, Naem (N)" initials="LN(" lastIdx="2" clrIdx="2">
    <p:extLst>
      <p:ext uri="{19B8F6BF-5375-455C-9EA6-DF929625EA0E}">
        <p15:presenceInfo xmlns:p15="http://schemas.microsoft.com/office/powerpoint/2012/main" userId="S-1-5-21-3029681880-3507922862-2989041862-80947" providerId="AD"/>
      </p:ext>
    </p:extLst>
  </p:cmAuthor>
  <p:cmAuthor id="4" name="Rawlinson, Johann (J)" initials="RJ(" lastIdx="4" clrIdx="3">
    <p:extLst>
      <p:ext uri="{19B8F6BF-5375-455C-9EA6-DF929625EA0E}">
        <p15:presenceInfo xmlns:p15="http://schemas.microsoft.com/office/powerpoint/2012/main" userId="S-1-5-21-3029681880-3507922862-2989041862-204915" providerId="AD"/>
      </p:ext>
    </p:extLst>
  </p:cmAuthor>
  <p:cmAuthor id="5" name="Loonat, Mahomed (ML)" initials="LM(" lastIdx="45" clrIdx="4"/>
  <p:cmAuthor id="6" name="James Hartop" initials="JH" lastIdx="7" clrIdx="5">
    <p:extLst>
      <p:ext uri="{19B8F6BF-5375-455C-9EA6-DF929625EA0E}">
        <p15:presenceInfo xmlns:p15="http://schemas.microsoft.com/office/powerpoint/2012/main" userId="S-1-5-21-1474550992-1131879411-1295768658-876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829BB3"/>
    <a:srgbClr val="96A7AF"/>
    <a:srgbClr val="033B61"/>
    <a:srgbClr val="C3D4DD"/>
    <a:srgbClr val="E7E8E9"/>
    <a:srgbClr val="1DAB6B"/>
    <a:srgbClr val="00CC66"/>
    <a:srgbClr val="B5B3B4"/>
    <a:srgbClr val="04284D"/>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CEF043-9042-4FCE-ACC4-455B5F3EDF96}" v="477" dt="2025-01-13T12:21:58.1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12" autoAdjust="0"/>
    <p:restoredTop sz="95033" autoAdjust="0"/>
  </p:normalViewPr>
  <p:slideViewPr>
    <p:cSldViewPr>
      <p:cViewPr varScale="1">
        <p:scale>
          <a:sx n="74" d="100"/>
          <a:sy n="74" d="100"/>
        </p:scale>
        <p:origin x="572" y="56"/>
      </p:cViewPr>
      <p:guideLst>
        <p:guide orient="horz" pos="2160"/>
        <p:guide pos="3840"/>
      </p:guideLst>
    </p:cSldViewPr>
  </p:slideViewPr>
  <p:outlineViewPr>
    <p:cViewPr>
      <p:scale>
        <a:sx n="33" d="100"/>
        <a:sy n="33" d="100"/>
      </p:scale>
      <p:origin x="53" y="4195"/>
    </p:cViewPr>
  </p:outlineViewPr>
  <p:notesTextViewPr>
    <p:cViewPr>
      <p:scale>
        <a:sx n="3" d="2"/>
        <a:sy n="3" d="2"/>
      </p:scale>
      <p:origin x="0" y="0"/>
    </p:cViewPr>
  </p:notesTextViewPr>
  <p:sorterViewPr>
    <p:cViewPr>
      <p:scale>
        <a:sx n="150" d="100"/>
        <a:sy n="150" d="100"/>
      </p:scale>
      <p:origin x="0" y="0"/>
    </p:cViewPr>
  </p:sorterViewPr>
  <p:notesViewPr>
    <p:cSldViewPr>
      <p:cViewPr varScale="1">
        <p:scale>
          <a:sx n="109" d="100"/>
          <a:sy n="109" d="100"/>
        </p:scale>
        <p:origin x="5352" y="192"/>
      </p:cViewPr>
      <p:guideLst/>
    </p:cSldViewPr>
  </p:notes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tags" Target="tags/tag1.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handoutMaster" Target="handoutMasters/handoutMaster1.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openxmlformats.org/officeDocument/2006/relationships/viewProps" Target="viewProps.xml"/><Relationship Id="rId30" Type="http://schemas.microsoft.com/office/2015/10/relationships/revisionInfo" Target="revisionInfo.xml"/></Relationships>
</file>

<file path=ppt/diagrams/_rels/data1.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53256F-EC1D-4AC4-AEB1-676DB2ED378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59254A1-DAF7-4679-BF9F-05492F717A6B}">
      <dgm:prSet/>
      <dgm:spPr/>
      <dgm:t>
        <a:bodyPr/>
        <a:lstStyle/>
        <a:p>
          <a:pPr>
            <a:lnSpc>
              <a:spcPct val="100000"/>
            </a:lnSpc>
          </a:pPr>
          <a:r>
            <a:rPr lang="en-US">
              <a:latin typeface="Ariel"/>
            </a:rPr>
            <a:t>Compressors</a:t>
          </a:r>
        </a:p>
      </dgm:t>
    </dgm:pt>
    <dgm:pt modelId="{BFC49ECC-5F2C-4B31-A01B-45242BE542AD}" type="parTrans" cxnId="{45D57BE1-CFCE-4483-8AC0-2C6856E3094C}">
      <dgm:prSet/>
      <dgm:spPr/>
      <dgm:t>
        <a:bodyPr/>
        <a:lstStyle/>
        <a:p>
          <a:endParaRPr lang="en-US" sz="1100"/>
        </a:p>
      </dgm:t>
    </dgm:pt>
    <dgm:pt modelId="{4F8659C6-B3ED-4595-ACA7-F66A812F2CAD}" type="sibTrans" cxnId="{45D57BE1-CFCE-4483-8AC0-2C6856E3094C}">
      <dgm:prSet/>
      <dgm:spPr/>
      <dgm:t>
        <a:bodyPr/>
        <a:lstStyle/>
        <a:p>
          <a:endParaRPr lang="en-US"/>
        </a:p>
      </dgm:t>
    </dgm:pt>
    <dgm:pt modelId="{12A12DF6-2D3E-4EB8-BAEE-AA9EB08CB390}">
      <dgm:prSet/>
      <dgm:spPr/>
      <dgm:t>
        <a:bodyPr/>
        <a:lstStyle/>
        <a:p>
          <a:pPr>
            <a:lnSpc>
              <a:spcPct val="100000"/>
            </a:lnSpc>
          </a:pPr>
          <a:r>
            <a:rPr lang="en-US">
              <a:latin typeface="Ariel"/>
            </a:rPr>
            <a:t>023KC-203 and 023KC-204</a:t>
          </a:r>
        </a:p>
      </dgm:t>
    </dgm:pt>
    <dgm:pt modelId="{E990A0F5-AED6-4792-8FBD-D978B0561CA0}" type="parTrans" cxnId="{5A412882-BE7D-4684-8747-9E543CAB8EB6}">
      <dgm:prSet/>
      <dgm:spPr/>
      <dgm:t>
        <a:bodyPr/>
        <a:lstStyle/>
        <a:p>
          <a:endParaRPr lang="en-US" sz="1100"/>
        </a:p>
      </dgm:t>
    </dgm:pt>
    <dgm:pt modelId="{7921896E-8FBA-4BAA-92EF-267CF83648AD}" type="sibTrans" cxnId="{5A412882-BE7D-4684-8747-9E543CAB8EB6}">
      <dgm:prSet/>
      <dgm:spPr/>
      <dgm:t>
        <a:bodyPr/>
        <a:lstStyle/>
        <a:p>
          <a:endParaRPr lang="en-US"/>
        </a:p>
      </dgm:t>
    </dgm:pt>
    <dgm:pt modelId="{BBCFC8B4-C116-47AC-93DB-032797F69A8B}">
      <dgm:prSet/>
      <dgm:spPr/>
      <dgm:t>
        <a:bodyPr/>
        <a:lstStyle/>
        <a:p>
          <a:pPr>
            <a:lnSpc>
              <a:spcPct val="100000"/>
            </a:lnSpc>
          </a:pPr>
          <a:r>
            <a:rPr lang="en-US">
              <a:latin typeface="Ariel"/>
            </a:rPr>
            <a:t>1. Ethylene (C2H4):</a:t>
          </a:r>
        </a:p>
      </dgm:t>
    </dgm:pt>
    <dgm:pt modelId="{F281C7D3-994F-4CD3-8745-94DC866C2D04}" type="parTrans" cxnId="{6C749145-FE16-40F0-B777-21DF5572EAAB}">
      <dgm:prSet/>
      <dgm:spPr/>
      <dgm:t>
        <a:bodyPr/>
        <a:lstStyle/>
        <a:p>
          <a:endParaRPr lang="en-US" sz="1100"/>
        </a:p>
      </dgm:t>
    </dgm:pt>
    <dgm:pt modelId="{071DD96B-0460-4AA2-AF07-E5973AE6D89E}" type="sibTrans" cxnId="{6C749145-FE16-40F0-B777-21DF5572EAAB}">
      <dgm:prSet/>
      <dgm:spPr/>
      <dgm:t>
        <a:bodyPr/>
        <a:lstStyle/>
        <a:p>
          <a:endParaRPr lang="en-US"/>
        </a:p>
      </dgm:t>
    </dgm:pt>
    <dgm:pt modelId="{60DB3246-E241-49BD-9A65-864382FBEAC8}">
      <dgm:prSet/>
      <dgm:spPr/>
      <dgm:t>
        <a:bodyPr/>
        <a:lstStyle/>
        <a:p>
          <a:pPr>
            <a:lnSpc>
              <a:spcPct val="100000"/>
            </a:lnSpc>
          </a:pPr>
          <a:r>
            <a:rPr lang="en-US">
              <a:latin typeface="Ariel"/>
            </a:rPr>
            <a:t>2. Propylene (C3H6):</a:t>
          </a:r>
        </a:p>
      </dgm:t>
    </dgm:pt>
    <dgm:pt modelId="{39427B20-AD9F-435B-B696-DAC0C75B23E9}" type="parTrans" cxnId="{2CA113A8-158E-4BEC-845A-268F487D5631}">
      <dgm:prSet/>
      <dgm:spPr/>
      <dgm:t>
        <a:bodyPr/>
        <a:lstStyle/>
        <a:p>
          <a:endParaRPr lang="en-US" sz="1100"/>
        </a:p>
      </dgm:t>
    </dgm:pt>
    <dgm:pt modelId="{EFB9392F-4C53-4F78-90AF-ACD39091E307}" type="sibTrans" cxnId="{2CA113A8-158E-4BEC-845A-268F487D5631}">
      <dgm:prSet/>
      <dgm:spPr/>
      <dgm:t>
        <a:bodyPr/>
        <a:lstStyle/>
        <a:p>
          <a:endParaRPr lang="en-US"/>
        </a:p>
      </dgm:t>
    </dgm:pt>
    <dgm:pt modelId="{5CE1570A-F963-476A-BC39-7DFF90E63D8F}">
      <dgm:prSet/>
      <dgm:spPr/>
      <dgm:t>
        <a:bodyPr/>
        <a:lstStyle/>
        <a:p>
          <a:pPr>
            <a:lnSpc>
              <a:spcPct val="100000"/>
            </a:lnSpc>
          </a:pPr>
          <a:r>
            <a:rPr lang="en-US">
              <a:latin typeface="Ariel"/>
            </a:rPr>
            <a:t>Why They Are Compressed:</a:t>
          </a:r>
        </a:p>
      </dgm:t>
    </dgm:pt>
    <dgm:pt modelId="{588DA3AD-A429-4B00-8345-2F0176321F81}" type="parTrans" cxnId="{9F42C20A-ACB7-414C-A67C-CB9DF8120208}">
      <dgm:prSet/>
      <dgm:spPr/>
      <dgm:t>
        <a:bodyPr/>
        <a:lstStyle/>
        <a:p>
          <a:endParaRPr lang="en-US" sz="1100"/>
        </a:p>
      </dgm:t>
    </dgm:pt>
    <dgm:pt modelId="{4BE29AC8-38B6-4B25-BC92-62CC9B304636}" type="sibTrans" cxnId="{9F42C20A-ACB7-414C-A67C-CB9DF8120208}">
      <dgm:prSet/>
      <dgm:spPr/>
      <dgm:t>
        <a:bodyPr/>
        <a:lstStyle/>
        <a:p>
          <a:endParaRPr lang="en-US"/>
        </a:p>
      </dgm:t>
    </dgm:pt>
    <dgm:pt modelId="{4870062B-9DD3-4E79-A8CF-AC069B4B5C5E}">
      <dgm:prSet/>
      <dgm:spPr/>
      <dgm:t>
        <a:bodyPr/>
        <a:lstStyle/>
        <a:p>
          <a:pPr>
            <a:lnSpc>
              <a:spcPct val="100000"/>
            </a:lnSpc>
          </a:pPr>
          <a:r>
            <a:rPr lang="en-US">
              <a:latin typeface="Ariel"/>
            </a:rPr>
            <a:t>1. Cooling</a:t>
          </a:r>
        </a:p>
      </dgm:t>
    </dgm:pt>
    <dgm:pt modelId="{952515FA-88FC-448E-93C0-88BD6EBD6C36}" type="parTrans" cxnId="{93511B19-45B6-4641-B402-23443361363B}">
      <dgm:prSet/>
      <dgm:spPr/>
      <dgm:t>
        <a:bodyPr/>
        <a:lstStyle/>
        <a:p>
          <a:endParaRPr lang="en-US" sz="1100"/>
        </a:p>
      </dgm:t>
    </dgm:pt>
    <dgm:pt modelId="{D82F0892-A84B-4D9B-AB70-21AAE477EC1C}" type="sibTrans" cxnId="{93511B19-45B6-4641-B402-23443361363B}">
      <dgm:prSet/>
      <dgm:spPr/>
      <dgm:t>
        <a:bodyPr/>
        <a:lstStyle/>
        <a:p>
          <a:endParaRPr lang="en-US"/>
        </a:p>
      </dgm:t>
    </dgm:pt>
    <dgm:pt modelId="{027F1978-34BC-4A65-AD44-2941B45042AA}">
      <dgm:prSet/>
      <dgm:spPr/>
      <dgm:t>
        <a:bodyPr/>
        <a:lstStyle/>
        <a:p>
          <a:pPr>
            <a:lnSpc>
              <a:spcPct val="100000"/>
            </a:lnSpc>
          </a:pPr>
          <a:r>
            <a:rPr lang="en-US">
              <a:latin typeface="Ariel"/>
            </a:rPr>
            <a:t>2. Facilitating Chemical Reactions</a:t>
          </a:r>
        </a:p>
      </dgm:t>
    </dgm:pt>
    <dgm:pt modelId="{AF8C8704-A8BA-45E1-8DA7-98C366075110}" type="parTrans" cxnId="{19C7E64E-F2BC-464E-B6D0-85658EC6D7B8}">
      <dgm:prSet/>
      <dgm:spPr/>
      <dgm:t>
        <a:bodyPr/>
        <a:lstStyle/>
        <a:p>
          <a:endParaRPr lang="en-US" sz="1100"/>
        </a:p>
      </dgm:t>
    </dgm:pt>
    <dgm:pt modelId="{45084CE4-208A-4C6C-A28F-5DCFC1E84D98}" type="sibTrans" cxnId="{19C7E64E-F2BC-464E-B6D0-85658EC6D7B8}">
      <dgm:prSet/>
      <dgm:spPr/>
      <dgm:t>
        <a:bodyPr/>
        <a:lstStyle/>
        <a:p>
          <a:endParaRPr lang="en-US"/>
        </a:p>
      </dgm:t>
    </dgm:pt>
    <dgm:pt modelId="{39E450B0-378A-4E46-BBDB-0560524FDA56}" type="pres">
      <dgm:prSet presAssocID="{3A53256F-EC1D-4AC4-AEB1-676DB2ED378F}" presName="root" presStyleCnt="0">
        <dgm:presLayoutVars>
          <dgm:dir/>
          <dgm:resizeHandles val="exact"/>
        </dgm:presLayoutVars>
      </dgm:prSet>
      <dgm:spPr/>
    </dgm:pt>
    <dgm:pt modelId="{50546950-174E-4122-9A89-6F0ACE7AC8ED}" type="pres">
      <dgm:prSet presAssocID="{D59254A1-DAF7-4679-BF9F-05492F717A6B}" presName="compNode" presStyleCnt="0"/>
      <dgm:spPr/>
    </dgm:pt>
    <dgm:pt modelId="{DEBC922D-05EF-4A92-A5DC-4A93E80F5526}" type="pres">
      <dgm:prSet presAssocID="{D59254A1-DAF7-4679-BF9F-05492F717A6B}" presName="bgRect" presStyleLbl="bgShp" presStyleIdx="0" presStyleCnt="7"/>
      <dgm:spPr/>
    </dgm:pt>
    <dgm:pt modelId="{F94545B2-8AE3-47C2-96BC-B42361850545}" type="pres">
      <dgm:prSet presAssocID="{D59254A1-DAF7-4679-BF9F-05492F717A6B}"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6E11C589-34B9-43BA-832A-99F22EBC9829}" type="pres">
      <dgm:prSet presAssocID="{D59254A1-DAF7-4679-BF9F-05492F717A6B}" presName="spaceRect" presStyleCnt="0"/>
      <dgm:spPr/>
    </dgm:pt>
    <dgm:pt modelId="{4AF771F2-D637-4ED9-99F2-10D41A543D4E}" type="pres">
      <dgm:prSet presAssocID="{D59254A1-DAF7-4679-BF9F-05492F717A6B}" presName="parTx" presStyleLbl="revTx" presStyleIdx="0" presStyleCnt="7">
        <dgm:presLayoutVars>
          <dgm:chMax val="0"/>
          <dgm:chPref val="0"/>
        </dgm:presLayoutVars>
      </dgm:prSet>
      <dgm:spPr/>
    </dgm:pt>
    <dgm:pt modelId="{37647555-9763-4A91-ACFD-8AECC7AED04C}" type="pres">
      <dgm:prSet presAssocID="{4F8659C6-B3ED-4595-ACA7-F66A812F2CAD}" presName="sibTrans" presStyleCnt="0"/>
      <dgm:spPr/>
    </dgm:pt>
    <dgm:pt modelId="{15E7FDD1-1625-449E-A0CE-3339325D3335}" type="pres">
      <dgm:prSet presAssocID="{12A12DF6-2D3E-4EB8-BAEE-AA9EB08CB390}" presName="compNode" presStyleCnt="0"/>
      <dgm:spPr/>
    </dgm:pt>
    <dgm:pt modelId="{16425F3A-74DD-4AA3-9DAC-1CBAE706DA8E}" type="pres">
      <dgm:prSet presAssocID="{12A12DF6-2D3E-4EB8-BAEE-AA9EB08CB390}" presName="bgRect" presStyleLbl="bgShp" presStyleIdx="1" presStyleCnt="7"/>
      <dgm:spPr/>
    </dgm:pt>
    <dgm:pt modelId="{035D1E91-C792-4673-ABEF-C9352F7B7C33}" type="pres">
      <dgm:prSet presAssocID="{12A12DF6-2D3E-4EB8-BAEE-AA9EB08CB390}"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BFC8AE56-4DD3-4C25-8C9C-4A1E3DD2506B}" type="pres">
      <dgm:prSet presAssocID="{12A12DF6-2D3E-4EB8-BAEE-AA9EB08CB390}" presName="spaceRect" presStyleCnt="0"/>
      <dgm:spPr/>
    </dgm:pt>
    <dgm:pt modelId="{D95D34FB-9855-4764-BA4A-1365C6D124E4}" type="pres">
      <dgm:prSet presAssocID="{12A12DF6-2D3E-4EB8-BAEE-AA9EB08CB390}" presName="parTx" presStyleLbl="revTx" presStyleIdx="1" presStyleCnt="7">
        <dgm:presLayoutVars>
          <dgm:chMax val="0"/>
          <dgm:chPref val="0"/>
        </dgm:presLayoutVars>
      </dgm:prSet>
      <dgm:spPr/>
    </dgm:pt>
    <dgm:pt modelId="{A81A7BED-2098-436B-AEC6-36ADCE23FD11}" type="pres">
      <dgm:prSet presAssocID="{7921896E-8FBA-4BAA-92EF-267CF83648AD}" presName="sibTrans" presStyleCnt="0"/>
      <dgm:spPr/>
    </dgm:pt>
    <dgm:pt modelId="{1B04C26B-BE56-4748-A8B4-AE58145D027E}" type="pres">
      <dgm:prSet presAssocID="{BBCFC8B4-C116-47AC-93DB-032797F69A8B}" presName="compNode" presStyleCnt="0"/>
      <dgm:spPr/>
    </dgm:pt>
    <dgm:pt modelId="{DC996583-18F9-4913-A22F-5AA023DB6572}" type="pres">
      <dgm:prSet presAssocID="{BBCFC8B4-C116-47AC-93DB-032797F69A8B}" presName="bgRect" presStyleLbl="bgShp" presStyleIdx="2" presStyleCnt="7"/>
      <dgm:spPr/>
    </dgm:pt>
    <dgm:pt modelId="{43B6BC69-23FB-4605-974B-835C258B3FA5}" type="pres">
      <dgm:prSet presAssocID="{BBCFC8B4-C116-47AC-93DB-032797F69A8B}"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pider Web"/>
        </a:ext>
      </dgm:extLst>
    </dgm:pt>
    <dgm:pt modelId="{8DD04FFF-5C0B-4CDA-98FF-F9E0CF54E732}" type="pres">
      <dgm:prSet presAssocID="{BBCFC8B4-C116-47AC-93DB-032797F69A8B}" presName="spaceRect" presStyleCnt="0"/>
      <dgm:spPr/>
    </dgm:pt>
    <dgm:pt modelId="{AB6B6E1A-20E5-443C-AF36-4FA63B8FFE02}" type="pres">
      <dgm:prSet presAssocID="{BBCFC8B4-C116-47AC-93DB-032797F69A8B}" presName="parTx" presStyleLbl="revTx" presStyleIdx="2" presStyleCnt="7">
        <dgm:presLayoutVars>
          <dgm:chMax val="0"/>
          <dgm:chPref val="0"/>
        </dgm:presLayoutVars>
      </dgm:prSet>
      <dgm:spPr/>
    </dgm:pt>
    <dgm:pt modelId="{98CBE6AC-95A8-4B49-ADF0-CFF5D0BD0474}" type="pres">
      <dgm:prSet presAssocID="{071DD96B-0460-4AA2-AF07-E5973AE6D89E}" presName="sibTrans" presStyleCnt="0"/>
      <dgm:spPr/>
    </dgm:pt>
    <dgm:pt modelId="{1EB642CC-FC9C-4980-A578-E150C3D590AD}" type="pres">
      <dgm:prSet presAssocID="{60DB3246-E241-49BD-9A65-864382FBEAC8}" presName="compNode" presStyleCnt="0"/>
      <dgm:spPr/>
    </dgm:pt>
    <dgm:pt modelId="{2FECECF6-EDDD-40B4-A647-85FAA6D13B61}" type="pres">
      <dgm:prSet presAssocID="{60DB3246-E241-49BD-9A65-864382FBEAC8}" presName="bgRect" presStyleLbl="bgShp" presStyleIdx="3" presStyleCnt="7"/>
      <dgm:spPr/>
    </dgm:pt>
    <dgm:pt modelId="{C0E0126A-3E18-4351-A0D8-094F9193A78F}" type="pres">
      <dgm:prSet presAssocID="{60DB3246-E241-49BD-9A65-864382FBEAC8}"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irefighter"/>
        </a:ext>
      </dgm:extLst>
    </dgm:pt>
    <dgm:pt modelId="{F60DFA2D-21BE-4B60-B028-86E19D0EC700}" type="pres">
      <dgm:prSet presAssocID="{60DB3246-E241-49BD-9A65-864382FBEAC8}" presName="spaceRect" presStyleCnt="0"/>
      <dgm:spPr/>
    </dgm:pt>
    <dgm:pt modelId="{8E95C005-EF70-4984-86BB-B9CE74B8D970}" type="pres">
      <dgm:prSet presAssocID="{60DB3246-E241-49BD-9A65-864382FBEAC8}" presName="parTx" presStyleLbl="revTx" presStyleIdx="3" presStyleCnt="7">
        <dgm:presLayoutVars>
          <dgm:chMax val="0"/>
          <dgm:chPref val="0"/>
        </dgm:presLayoutVars>
      </dgm:prSet>
      <dgm:spPr/>
    </dgm:pt>
    <dgm:pt modelId="{76745A2B-AB38-4F8A-871C-74519922E9A0}" type="pres">
      <dgm:prSet presAssocID="{EFB9392F-4C53-4F78-90AF-ACD39091E307}" presName="sibTrans" presStyleCnt="0"/>
      <dgm:spPr/>
    </dgm:pt>
    <dgm:pt modelId="{1133B323-4C7E-4511-A991-56FA9DE70701}" type="pres">
      <dgm:prSet presAssocID="{5CE1570A-F963-476A-BC39-7DFF90E63D8F}" presName="compNode" presStyleCnt="0"/>
      <dgm:spPr/>
    </dgm:pt>
    <dgm:pt modelId="{CB94B81D-7A0E-4D0B-93D8-7D06AF7E4E30}" type="pres">
      <dgm:prSet presAssocID="{5CE1570A-F963-476A-BC39-7DFF90E63D8F}" presName="bgRect" presStyleLbl="bgShp" presStyleIdx="4" presStyleCnt="7"/>
      <dgm:spPr/>
    </dgm:pt>
    <dgm:pt modelId="{9708068B-B257-4D9F-A22E-9B4F2E3F3226}" type="pres">
      <dgm:prSet presAssocID="{5CE1570A-F963-476A-BC39-7DFF90E63D8F}"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isconnected"/>
        </a:ext>
      </dgm:extLst>
    </dgm:pt>
    <dgm:pt modelId="{97FCBE91-E46F-4EA5-9138-9EF0D16EE695}" type="pres">
      <dgm:prSet presAssocID="{5CE1570A-F963-476A-BC39-7DFF90E63D8F}" presName="spaceRect" presStyleCnt="0"/>
      <dgm:spPr/>
    </dgm:pt>
    <dgm:pt modelId="{A1B67222-610B-4E1F-86C2-76C405CF458C}" type="pres">
      <dgm:prSet presAssocID="{5CE1570A-F963-476A-BC39-7DFF90E63D8F}" presName="parTx" presStyleLbl="revTx" presStyleIdx="4" presStyleCnt="7">
        <dgm:presLayoutVars>
          <dgm:chMax val="0"/>
          <dgm:chPref val="0"/>
        </dgm:presLayoutVars>
      </dgm:prSet>
      <dgm:spPr/>
    </dgm:pt>
    <dgm:pt modelId="{53CF0BE0-4C4B-4796-A80E-62F7E0032B43}" type="pres">
      <dgm:prSet presAssocID="{4BE29AC8-38B6-4B25-BC92-62CC9B304636}" presName="sibTrans" presStyleCnt="0"/>
      <dgm:spPr/>
    </dgm:pt>
    <dgm:pt modelId="{DD8E9920-23B2-4129-BBAD-7A399C5DDAE6}" type="pres">
      <dgm:prSet presAssocID="{4870062B-9DD3-4E79-A8CF-AC069B4B5C5E}" presName="compNode" presStyleCnt="0"/>
      <dgm:spPr/>
    </dgm:pt>
    <dgm:pt modelId="{415589E9-7178-408A-8178-5E8385F296C6}" type="pres">
      <dgm:prSet presAssocID="{4870062B-9DD3-4E79-A8CF-AC069B4B5C5E}" presName="bgRect" presStyleLbl="bgShp" presStyleIdx="5" presStyleCnt="7" custLinFactNeighborX="3763" custLinFactNeighborY="-12551"/>
      <dgm:spPr/>
    </dgm:pt>
    <dgm:pt modelId="{EDC0EF3F-EE49-49C3-BBAD-33360B4CCED5}" type="pres">
      <dgm:prSet presAssocID="{4870062B-9DD3-4E79-A8CF-AC069B4B5C5E}"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Thermometer"/>
        </a:ext>
      </dgm:extLst>
    </dgm:pt>
    <dgm:pt modelId="{32AE6DDD-E9D8-4ED2-BE13-4FBEE46E2718}" type="pres">
      <dgm:prSet presAssocID="{4870062B-9DD3-4E79-A8CF-AC069B4B5C5E}" presName="spaceRect" presStyleCnt="0"/>
      <dgm:spPr/>
    </dgm:pt>
    <dgm:pt modelId="{01D90596-72D4-4CEB-98C4-4EF90BFA1FA9}" type="pres">
      <dgm:prSet presAssocID="{4870062B-9DD3-4E79-A8CF-AC069B4B5C5E}" presName="parTx" presStyleLbl="revTx" presStyleIdx="5" presStyleCnt="7">
        <dgm:presLayoutVars>
          <dgm:chMax val="0"/>
          <dgm:chPref val="0"/>
        </dgm:presLayoutVars>
      </dgm:prSet>
      <dgm:spPr/>
    </dgm:pt>
    <dgm:pt modelId="{2BAFFB5F-0EBF-4644-AB96-73CA018C9FB4}" type="pres">
      <dgm:prSet presAssocID="{D82F0892-A84B-4D9B-AB70-21AAE477EC1C}" presName="sibTrans" presStyleCnt="0"/>
      <dgm:spPr/>
    </dgm:pt>
    <dgm:pt modelId="{4766FFCA-F718-44F0-A464-CD8EDE9B47C6}" type="pres">
      <dgm:prSet presAssocID="{027F1978-34BC-4A65-AD44-2941B45042AA}" presName="compNode" presStyleCnt="0"/>
      <dgm:spPr/>
    </dgm:pt>
    <dgm:pt modelId="{ECF0C47A-B136-4836-A6FA-E827A9EA610E}" type="pres">
      <dgm:prSet presAssocID="{027F1978-34BC-4A65-AD44-2941B45042AA}" presName="bgRect" presStyleLbl="bgShp" presStyleIdx="6" presStyleCnt="7"/>
      <dgm:spPr/>
    </dgm:pt>
    <dgm:pt modelId="{0BDBC74F-8A1E-4BE0-8393-8B25E9351170}" type="pres">
      <dgm:prSet presAssocID="{027F1978-34BC-4A65-AD44-2941B45042AA}"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Flask"/>
        </a:ext>
      </dgm:extLst>
    </dgm:pt>
    <dgm:pt modelId="{9CF4400E-37E3-47FB-A096-F580849B3CCA}" type="pres">
      <dgm:prSet presAssocID="{027F1978-34BC-4A65-AD44-2941B45042AA}" presName="spaceRect" presStyleCnt="0"/>
      <dgm:spPr/>
    </dgm:pt>
    <dgm:pt modelId="{FC01FE56-5BE1-432B-964C-F0652DF54708}" type="pres">
      <dgm:prSet presAssocID="{027F1978-34BC-4A65-AD44-2941B45042AA}" presName="parTx" presStyleLbl="revTx" presStyleIdx="6" presStyleCnt="7">
        <dgm:presLayoutVars>
          <dgm:chMax val="0"/>
          <dgm:chPref val="0"/>
        </dgm:presLayoutVars>
      </dgm:prSet>
      <dgm:spPr/>
    </dgm:pt>
  </dgm:ptLst>
  <dgm:cxnLst>
    <dgm:cxn modelId="{E73D3200-6BB6-47EC-BC75-E55EB5294B17}" type="presOf" srcId="{3A53256F-EC1D-4AC4-AEB1-676DB2ED378F}" destId="{39E450B0-378A-4E46-BBDB-0560524FDA56}" srcOrd="0" destOrd="0" presId="urn:microsoft.com/office/officeart/2018/2/layout/IconVerticalSolidList"/>
    <dgm:cxn modelId="{9F42C20A-ACB7-414C-A67C-CB9DF8120208}" srcId="{3A53256F-EC1D-4AC4-AEB1-676DB2ED378F}" destId="{5CE1570A-F963-476A-BC39-7DFF90E63D8F}" srcOrd="4" destOrd="0" parTransId="{588DA3AD-A429-4B00-8345-2F0176321F81}" sibTransId="{4BE29AC8-38B6-4B25-BC92-62CC9B304636}"/>
    <dgm:cxn modelId="{858CEE16-398F-4F4A-AB3D-92989C281FE5}" type="presOf" srcId="{BBCFC8B4-C116-47AC-93DB-032797F69A8B}" destId="{AB6B6E1A-20E5-443C-AF36-4FA63B8FFE02}" srcOrd="0" destOrd="0" presId="urn:microsoft.com/office/officeart/2018/2/layout/IconVerticalSolidList"/>
    <dgm:cxn modelId="{93511B19-45B6-4641-B402-23443361363B}" srcId="{3A53256F-EC1D-4AC4-AEB1-676DB2ED378F}" destId="{4870062B-9DD3-4E79-A8CF-AC069B4B5C5E}" srcOrd="5" destOrd="0" parTransId="{952515FA-88FC-448E-93C0-88BD6EBD6C36}" sibTransId="{D82F0892-A84B-4D9B-AB70-21AAE477EC1C}"/>
    <dgm:cxn modelId="{EC737B1B-EFB1-4F7A-830C-BAEDD8F51DBB}" type="presOf" srcId="{5CE1570A-F963-476A-BC39-7DFF90E63D8F}" destId="{A1B67222-610B-4E1F-86C2-76C405CF458C}" srcOrd="0" destOrd="0" presId="urn:microsoft.com/office/officeart/2018/2/layout/IconVerticalSolidList"/>
    <dgm:cxn modelId="{9689991B-0466-4025-B2D3-B38EE8CDC224}" type="presOf" srcId="{4870062B-9DD3-4E79-A8CF-AC069B4B5C5E}" destId="{01D90596-72D4-4CEB-98C4-4EF90BFA1FA9}" srcOrd="0" destOrd="0" presId="urn:microsoft.com/office/officeart/2018/2/layout/IconVerticalSolidList"/>
    <dgm:cxn modelId="{6C749145-FE16-40F0-B777-21DF5572EAAB}" srcId="{3A53256F-EC1D-4AC4-AEB1-676DB2ED378F}" destId="{BBCFC8B4-C116-47AC-93DB-032797F69A8B}" srcOrd="2" destOrd="0" parTransId="{F281C7D3-994F-4CD3-8745-94DC866C2D04}" sibTransId="{071DD96B-0460-4AA2-AF07-E5973AE6D89E}"/>
    <dgm:cxn modelId="{19C7E64E-F2BC-464E-B6D0-85658EC6D7B8}" srcId="{3A53256F-EC1D-4AC4-AEB1-676DB2ED378F}" destId="{027F1978-34BC-4A65-AD44-2941B45042AA}" srcOrd="6" destOrd="0" parTransId="{AF8C8704-A8BA-45E1-8DA7-98C366075110}" sibTransId="{45084CE4-208A-4C6C-A28F-5DCFC1E84D98}"/>
    <dgm:cxn modelId="{65982B70-9AA8-4E1D-8D65-232DC04846A8}" type="presOf" srcId="{027F1978-34BC-4A65-AD44-2941B45042AA}" destId="{FC01FE56-5BE1-432B-964C-F0652DF54708}" srcOrd="0" destOrd="0" presId="urn:microsoft.com/office/officeart/2018/2/layout/IconVerticalSolidList"/>
    <dgm:cxn modelId="{5A412882-BE7D-4684-8747-9E543CAB8EB6}" srcId="{3A53256F-EC1D-4AC4-AEB1-676DB2ED378F}" destId="{12A12DF6-2D3E-4EB8-BAEE-AA9EB08CB390}" srcOrd="1" destOrd="0" parTransId="{E990A0F5-AED6-4792-8FBD-D978B0561CA0}" sibTransId="{7921896E-8FBA-4BAA-92EF-267CF83648AD}"/>
    <dgm:cxn modelId="{C967219A-E2D2-4442-965B-4C26F993336B}" type="presOf" srcId="{D59254A1-DAF7-4679-BF9F-05492F717A6B}" destId="{4AF771F2-D637-4ED9-99F2-10D41A543D4E}" srcOrd="0" destOrd="0" presId="urn:microsoft.com/office/officeart/2018/2/layout/IconVerticalSolidList"/>
    <dgm:cxn modelId="{2CA113A8-158E-4BEC-845A-268F487D5631}" srcId="{3A53256F-EC1D-4AC4-AEB1-676DB2ED378F}" destId="{60DB3246-E241-49BD-9A65-864382FBEAC8}" srcOrd="3" destOrd="0" parTransId="{39427B20-AD9F-435B-B696-DAC0C75B23E9}" sibTransId="{EFB9392F-4C53-4F78-90AF-ACD39091E307}"/>
    <dgm:cxn modelId="{54842ECB-F88B-4058-9556-D695391D38D6}" type="presOf" srcId="{60DB3246-E241-49BD-9A65-864382FBEAC8}" destId="{8E95C005-EF70-4984-86BB-B9CE74B8D970}" srcOrd="0" destOrd="0" presId="urn:microsoft.com/office/officeart/2018/2/layout/IconVerticalSolidList"/>
    <dgm:cxn modelId="{45D57BE1-CFCE-4483-8AC0-2C6856E3094C}" srcId="{3A53256F-EC1D-4AC4-AEB1-676DB2ED378F}" destId="{D59254A1-DAF7-4679-BF9F-05492F717A6B}" srcOrd="0" destOrd="0" parTransId="{BFC49ECC-5F2C-4B31-A01B-45242BE542AD}" sibTransId="{4F8659C6-B3ED-4595-ACA7-F66A812F2CAD}"/>
    <dgm:cxn modelId="{99005EF4-2A7D-4948-BF35-A340B140B307}" type="presOf" srcId="{12A12DF6-2D3E-4EB8-BAEE-AA9EB08CB390}" destId="{D95D34FB-9855-4764-BA4A-1365C6D124E4}" srcOrd="0" destOrd="0" presId="urn:microsoft.com/office/officeart/2018/2/layout/IconVerticalSolidList"/>
    <dgm:cxn modelId="{B34C0128-33B9-4A4D-9221-646F7BCAEC40}" type="presParOf" srcId="{39E450B0-378A-4E46-BBDB-0560524FDA56}" destId="{50546950-174E-4122-9A89-6F0ACE7AC8ED}" srcOrd="0" destOrd="0" presId="urn:microsoft.com/office/officeart/2018/2/layout/IconVerticalSolidList"/>
    <dgm:cxn modelId="{F77D2676-4299-4944-B9CC-52E5AA5A6BB7}" type="presParOf" srcId="{50546950-174E-4122-9A89-6F0ACE7AC8ED}" destId="{DEBC922D-05EF-4A92-A5DC-4A93E80F5526}" srcOrd="0" destOrd="0" presId="urn:microsoft.com/office/officeart/2018/2/layout/IconVerticalSolidList"/>
    <dgm:cxn modelId="{F3B57F9B-5560-4DAB-B28C-38B44D5474F7}" type="presParOf" srcId="{50546950-174E-4122-9A89-6F0ACE7AC8ED}" destId="{F94545B2-8AE3-47C2-96BC-B42361850545}" srcOrd="1" destOrd="0" presId="urn:microsoft.com/office/officeart/2018/2/layout/IconVerticalSolidList"/>
    <dgm:cxn modelId="{BCE5B001-90D9-49C0-99F9-B09E2BD594C3}" type="presParOf" srcId="{50546950-174E-4122-9A89-6F0ACE7AC8ED}" destId="{6E11C589-34B9-43BA-832A-99F22EBC9829}" srcOrd="2" destOrd="0" presId="urn:microsoft.com/office/officeart/2018/2/layout/IconVerticalSolidList"/>
    <dgm:cxn modelId="{12D7F5D2-9908-41E4-83F9-18C65955FD7A}" type="presParOf" srcId="{50546950-174E-4122-9A89-6F0ACE7AC8ED}" destId="{4AF771F2-D637-4ED9-99F2-10D41A543D4E}" srcOrd="3" destOrd="0" presId="urn:microsoft.com/office/officeart/2018/2/layout/IconVerticalSolidList"/>
    <dgm:cxn modelId="{7E606125-317F-4704-8E5C-F740C476A825}" type="presParOf" srcId="{39E450B0-378A-4E46-BBDB-0560524FDA56}" destId="{37647555-9763-4A91-ACFD-8AECC7AED04C}" srcOrd="1" destOrd="0" presId="urn:microsoft.com/office/officeart/2018/2/layout/IconVerticalSolidList"/>
    <dgm:cxn modelId="{05463107-C2EB-4C46-986C-5FD21BC5F19F}" type="presParOf" srcId="{39E450B0-378A-4E46-BBDB-0560524FDA56}" destId="{15E7FDD1-1625-449E-A0CE-3339325D3335}" srcOrd="2" destOrd="0" presId="urn:microsoft.com/office/officeart/2018/2/layout/IconVerticalSolidList"/>
    <dgm:cxn modelId="{8F84659F-65D3-4816-B835-65BFC703A468}" type="presParOf" srcId="{15E7FDD1-1625-449E-A0CE-3339325D3335}" destId="{16425F3A-74DD-4AA3-9DAC-1CBAE706DA8E}" srcOrd="0" destOrd="0" presId="urn:microsoft.com/office/officeart/2018/2/layout/IconVerticalSolidList"/>
    <dgm:cxn modelId="{3602743F-D98C-4021-B66A-65F77D4F7062}" type="presParOf" srcId="{15E7FDD1-1625-449E-A0CE-3339325D3335}" destId="{035D1E91-C792-4673-ABEF-C9352F7B7C33}" srcOrd="1" destOrd="0" presId="urn:microsoft.com/office/officeart/2018/2/layout/IconVerticalSolidList"/>
    <dgm:cxn modelId="{3741D776-D947-4B9B-9313-A324EA019388}" type="presParOf" srcId="{15E7FDD1-1625-449E-A0CE-3339325D3335}" destId="{BFC8AE56-4DD3-4C25-8C9C-4A1E3DD2506B}" srcOrd="2" destOrd="0" presId="urn:microsoft.com/office/officeart/2018/2/layout/IconVerticalSolidList"/>
    <dgm:cxn modelId="{C2D8342A-3A32-4429-B5E6-6D5AFE727A16}" type="presParOf" srcId="{15E7FDD1-1625-449E-A0CE-3339325D3335}" destId="{D95D34FB-9855-4764-BA4A-1365C6D124E4}" srcOrd="3" destOrd="0" presId="urn:microsoft.com/office/officeart/2018/2/layout/IconVerticalSolidList"/>
    <dgm:cxn modelId="{A7C3FF31-8605-451D-AB1C-713BBF764833}" type="presParOf" srcId="{39E450B0-378A-4E46-BBDB-0560524FDA56}" destId="{A81A7BED-2098-436B-AEC6-36ADCE23FD11}" srcOrd="3" destOrd="0" presId="urn:microsoft.com/office/officeart/2018/2/layout/IconVerticalSolidList"/>
    <dgm:cxn modelId="{B3C3C516-9ED0-4F94-AFE3-FEBE13FD8CCF}" type="presParOf" srcId="{39E450B0-378A-4E46-BBDB-0560524FDA56}" destId="{1B04C26B-BE56-4748-A8B4-AE58145D027E}" srcOrd="4" destOrd="0" presId="urn:microsoft.com/office/officeart/2018/2/layout/IconVerticalSolidList"/>
    <dgm:cxn modelId="{7B05BC3B-A780-44F4-AC17-D381929075EF}" type="presParOf" srcId="{1B04C26B-BE56-4748-A8B4-AE58145D027E}" destId="{DC996583-18F9-4913-A22F-5AA023DB6572}" srcOrd="0" destOrd="0" presId="urn:microsoft.com/office/officeart/2018/2/layout/IconVerticalSolidList"/>
    <dgm:cxn modelId="{6688675A-E577-41DE-8F5F-17258493CBAC}" type="presParOf" srcId="{1B04C26B-BE56-4748-A8B4-AE58145D027E}" destId="{43B6BC69-23FB-4605-974B-835C258B3FA5}" srcOrd="1" destOrd="0" presId="urn:microsoft.com/office/officeart/2018/2/layout/IconVerticalSolidList"/>
    <dgm:cxn modelId="{45D7C3D0-4B79-4BC5-8B3B-DC15DD8880C8}" type="presParOf" srcId="{1B04C26B-BE56-4748-A8B4-AE58145D027E}" destId="{8DD04FFF-5C0B-4CDA-98FF-F9E0CF54E732}" srcOrd="2" destOrd="0" presId="urn:microsoft.com/office/officeart/2018/2/layout/IconVerticalSolidList"/>
    <dgm:cxn modelId="{3B9B8802-9C10-4FA8-B736-2702099431CA}" type="presParOf" srcId="{1B04C26B-BE56-4748-A8B4-AE58145D027E}" destId="{AB6B6E1A-20E5-443C-AF36-4FA63B8FFE02}" srcOrd="3" destOrd="0" presId="urn:microsoft.com/office/officeart/2018/2/layout/IconVerticalSolidList"/>
    <dgm:cxn modelId="{B85574C8-3A5E-4114-9790-2FDE493A7DCF}" type="presParOf" srcId="{39E450B0-378A-4E46-BBDB-0560524FDA56}" destId="{98CBE6AC-95A8-4B49-ADF0-CFF5D0BD0474}" srcOrd="5" destOrd="0" presId="urn:microsoft.com/office/officeart/2018/2/layout/IconVerticalSolidList"/>
    <dgm:cxn modelId="{03553367-4009-4B8E-BA44-523272A1A6B0}" type="presParOf" srcId="{39E450B0-378A-4E46-BBDB-0560524FDA56}" destId="{1EB642CC-FC9C-4980-A578-E150C3D590AD}" srcOrd="6" destOrd="0" presId="urn:microsoft.com/office/officeart/2018/2/layout/IconVerticalSolidList"/>
    <dgm:cxn modelId="{CE73423E-2CA4-4EE8-9AC8-778EE8C6E2EA}" type="presParOf" srcId="{1EB642CC-FC9C-4980-A578-E150C3D590AD}" destId="{2FECECF6-EDDD-40B4-A647-85FAA6D13B61}" srcOrd="0" destOrd="0" presId="urn:microsoft.com/office/officeart/2018/2/layout/IconVerticalSolidList"/>
    <dgm:cxn modelId="{84D5C3E2-9099-4DEB-AC4E-536483DF9CA8}" type="presParOf" srcId="{1EB642CC-FC9C-4980-A578-E150C3D590AD}" destId="{C0E0126A-3E18-4351-A0D8-094F9193A78F}" srcOrd="1" destOrd="0" presId="urn:microsoft.com/office/officeart/2018/2/layout/IconVerticalSolidList"/>
    <dgm:cxn modelId="{60243B1F-BAAC-46D0-B8A3-DF177CC5AED4}" type="presParOf" srcId="{1EB642CC-FC9C-4980-A578-E150C3D590AD}" destId="{F60DFA2D-21BE-4B60-B028-86E19D0EC700}" srcOrd="2" destOrd="0" presId="urn:microsoft.com/office/officeart/2018/2/layout/IconVerticalSolidList"/>
    <dgm:cxn modelId="{772D2300-A4E2-4A63-AEC0-D34128DA2799}" type="presParOf" srcId="{1EB642CC-FC9C-4980-A578-E150C3D590AD}" destId="{8E95C005-EF70-4984-86BB-B9CE74B8D970}" srcOrd="3" destOrd="0" presId="urn:microsoft.com/office/officeart/2018/2/layout/IconVerticalSolidList"/>
    <dgm:cxn modelId="{FD25C4A1-A1CC-496C-9297-2B9BA8533F70}" type="presParOf" srcId="{39E450B0-378A-4E46-BBDB-0560524FDA56}" destId="{76745A2B-AB38-4F8A-871C-74519922E9A0}" srcOrd="7" destOrd="0" presId="urn:microsoft.com/office/officeart/2018/2/layout/IconVerticalSolidList"/>
    <dgm:cxn modelId="{F036A2D3-A91D-4B36-943E-B2B748ADD8CA}" type="presParOf" srcId="{39E450B0-378A-4E46-BBDB-0560524FDA56}" destId="{1133B323-4C7E-4511-A991-56FA9DE70701}" srcOrd="8" destOrd="0" presId="urn:microsoft.com/office/officeart/2018/2/layout/IconVerticalSolidList"/>
    <dgm:cxn modelId="{23556565-1B81-4EAF-A20E-DF9B14E2F5C2}" type="presParOf" srcId="{1133B323-4C7E-4511-A991-56FA9DE70701}" destId="{CB94B81D-7A0E-4D0B-93D8-7D06AF7E4E30}" srcOrd="0" destOrd="0" presId="urn:microsoft.com/office/officeart/2018/2/layout/IconVerticalSolidList"/>
    <dgm:cxn modelId="{70260C53-078B-4D71-B9B7-6B64DC77EF2C}" type="presParOf" srcId="{1133B323-4C7E-4511-A991-56FA9DE70701}" destId="{9708068B-B257-4D9F-A22E-9B4F2E3F3226}" srcOrd="1" destOrd="0" presId="urn:microsoft.com/office/officeart/2018/2/layout/IconVerticalSolidList"/>
    <dgm:cxn modelId="{7CF86A0B-70F0-4F1C-8199-5BDCE705FD25}" type="presParOf" srcId="{1133B323-4C7E-4511-A991-56FA9DE70701}" destId="{97FCBE91-E46F-4EA5-9138-9EF0D16EE695}" srcOrd="2" destOrd="0" presId="urn:microsoft.com/office/officeart/2018/2/layout/IconVerticalSolidList"/>
    <dgm:cxn modelId="{EECAE0B7-0F8A-40E5-A4D0-9C1E546C1394}" type="presParOf" srcId="{1133B323-4C7E-4511-A991-56FA9DE70701}" destId="{A1B67222-610B-4E1F-86C2-76C405CF458C}" srcOrd="3" destOrd="0" presId="urn:microsoft.com/office/officeart/2018/2/layout/IconVerticalSolidList"/>
    <dgm:cxn modelId="{E84646C4-568F-4868-B325-00E936AAA84E}" type="presParOf" srcId="{39E450B0-378A-4E46-BBDB-0560524FDA56}" destId="{53CF0BE0-4C4B-4796-A80E-62F7E0032B43}" srcOrd="9" destOrd="0" presId="urn:microsoft.com/office/officeart/2018/2/layout/IconVerticalSolidList"/>
    <dgm:cxn modelId="{E0325791-DE7D-474A-8E81-260BD3508DC1}" type="presParOf" srcId="{39E450B0-378A-4E46-BBDB-0560524FDA56}" destId="{DD8E9920-23B2-4129-BBAD-7A399C5DDAE6}" srcOrd="10" destOrd="0" presId="urn:microsoft.com/office/officeart/2018/2/layout/IconVerticalSolidList"/>
    <dgm:cxn modelId="{C5E9AFC2-F9DA-43F5-A482-81D581880294}" type="presParOf" srcId="{DD8E9920-23B2-4129-BBAD-7A399C5DDAE6}" destId="{415589E9-7178-408A-8178-5E8385F296C6}" srcOrd="0" destOrd="0" presId="urn:microsoft.com/office/officeart/2018/2/layout/IconVerticalSolidList"/>
    <dgm:cxn modelId="{D7376353-9668-4B02-8F8D-4958FD418870}" type="presParOf" srcId="{DD8E9920-23B2-4129-BBAD-7A399C5DDAE6}" destId="{EDC0EF3F-EE49-49C3-BBAD-33360B4CCED5}" srcOrd="1" destOrd="0" presId="urn:microsoft.com/office/officeart/2018/2/layout/IconVerticalSolidList"/>
    <dgm:cxn modelId="{79E4B9DC-0BA2-49F8-945C-BEEC5CEE66C5}" type="presParOf" srcId="{DD8E9920-23B2-4129-BBAD-7A399C5DDAE6}" destId="{32AE6DDD-E9D8-4ED2-BE13-4FBEE46E2718}" srcOrd="2" destOrd="0" presId="urn:microsoft.com/office/officeart/2018/2/layout/IconVerticalSolidList"/>
    <dgm:cxn modelId="{B8A8905B-F3F7-4855-8C88-955B8D1AB0E2}" type="presParOf" srcId="{DD8E9920-23B2-4129-BBAD-7A399C5DDAE6}" destId="{01D90596-72D4-4CEB-98C4-4EF90BFA1FA9}" srcOrd="3" destOrd="0" presId="urn:microsoft.com/office/officeart/2018/2/layout/IconVerticalSolidList"/>
    <dgm:cxn modelId="{DE57C1D6-869E-4D9B-A6BB-230AA25D37A0}" type="presParOf" srcId="{39E450B0-378A-4E46-BBDB-0560524FDA56}" destId="{2BAFFB5F-0EBF-4644-AB96-73CA018C9FB4}" srcOrd="11" destOrd="0" presId="urn:microsoft.com/office/officeart/2018/2/layout/IconVerticalSolidList"/>
    <dgm:cxn modelId="{FB983999-4612-4DE9-9812-779787A10ED1}" type="presParOf" srcId="{39E450B0-378A-4E46-BBDB-0560524FDA56}" destId="{4766FFCA-F718-44F0-A464-CD8EDE9B47C6}" srcOrd="12" destOrd="0" presId="urn:microsoft.com/office/officeart/2018/2/layout/IconVerticalSolidList"/>
    <dgm:cxn modelId="{5FE846E7-2384-40C8-9514-A91D9FD43BA5}" type="presParOf" srcId="{4766FFCA-F718-44F0-A464-CD8EDE9B47C6}" destId="{ECF0C47A-B136-4836-A6FA-E827A9EA610E}" srcOrd="0" destOrd="0" presId="urn:microsoft.com/office/officeart/2018/2/layout/IconVerticalSolidList"/>
    <dgm:cxn modelId="{1B691C5B-EA33-49ED-9999-E070D77CF8D1}" type="presParOf" srcId="{4766FFCA-F718-44F0-A464-CD8EDE9B47C6}" destId="{0BDBC74F-8A1E-4BE0-8393-8B25E9351170}" srcOrd="1" destOrd="0" presId="urn:microsoft.com/office/officeart/2018/2/layout/IconVerticalSolidList"/>
    <dgm:cxn modelId="{2A11C472-23A5-42E6-B8F7-F7FE9BFA021D}" type="presParOf" srcId="{4766FFCA-F718-44F0-A464-CD8EDE9B47C6}" destId="{9CF4400E-37E3-47FB-A096-F580849B3CCA}" srcOrd="2" destOrd="0" presId="urn:microsoft.com/office/officeart/2018/2/layout/IconVerticalSolidList"/>
    <dgm:cxn modelId="{DF73B524-CCCC-4E23-8867-F67EFA64080B}" type="presParOf" srcId="{4766FFCA-F718-44F0-A464-CD8EDE9B47C6}" destId="{FC01FE56-5BE1-432B-964C-F0652DF5470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BC922D-05EF-4A92-A5DC-4A93E80F5526}">
      <dsp:nvSpPr>
        <dsp:cNvPr id="0" name=""/>
        <dsp:cNvSpPr/>
      </dsp:nvSpPr>
      <dsp:spPr>
        <a:xfrm>
          <a:off x="0" y="418"/>
          <a:ext cx="11523132" cy="57601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545B2-8AE3-47C2-96BC-B42361850545}">
      <dsp:nvSpPr>
        <dsp:cNvPr id="0" name=""/>
        <dsp:cNvSpPr/>
      </dsp:nvSpPr>
      <dsp:spPr>
        <a:xfrm>
          <a:off x="174244" y="130021"/>
          <a:ext cx="316808" cy="31680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AF771F2-D637-4ED9-99F2-10D41A543D4E}">
      <dsp:nvSpPr>
        <dsp:cNvPr id="0" name=""/>
        <dsp:cNvSpPr/>
      </dsp:nvSpPr>
      <dsp:spPr>
        <a:xfrm>
          <a:off x="665297" y="418"/>
          <a:ext cx="10857834" cy="576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2" tIns="60962" rIns="60962" bIns="60962" numCol="1" spcCol="1270" anchor="ctr" anchorCtr="0">
          <a:noAutofit/>
        </a:bodyPr>
        <a:lstStyle/>
        <a:p>
          <a:pPr marL="0" lvl="0" indent="0" algn="l" defTabSz="711200">
            <a:lnSpc>
              <a:spcPct val="100000"/>
            </a:lnSpc>
            <a:spcBef>
              <a:spcPct val="0"/>
            </a:spcBef>
            <a:spcAft>
              <a:spcPct val="35000"/>
            </a:spcAft>
            <a:buNone/>
          </a:pPr>
          <a:r>
            <a:rPr lang="en-US" sz="1600" kern="1200">
              <a:latin typeface="Ariel"/>
            </a:rPr>
            <a:t>Compressors</a:t>
          </a:r>
        </a:p>
      </dsp:txBody>
      <dsp:txXfrm>
        <a:off x="665297" y="418"/>
        <a:ext cx="10857834" cy="576015"/>
      </dsp:txXfrm>
    </dsp:sp>
    <dsp:sp modelId="{16425F3A-74DD-4AA3-9DAC-1CBAE706DA8E}">
      <dsp:nvSpPr>
        <dsp:cNvPr id="0" name=""/>
        <dsp:cNvSpPr/>
      </dsp:nvSpPr>
      <dsp:spPr>
        <a:xfrm>
          <a:off x="0" y="720437"/>
          <a:ext cx="11523132" cy="57601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5D1E91-C792-4673-ABEF-C9352F7B7C33}">
      <dsp:nvSpPr>
        <dsp:cNvPr id="0" name=""/>
        <dsp:cNvSpPr/>
      </dsp:nvSpPr>
      <dsp:spPr>
        <a:xfrm>
          <a:off x="174244" y="850040"/>
          <a:ext cx="316808" cy="31680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95D34FB-9855-4764-BA4A-1365C6D124E4}">
      <dsp:nvSpPr>
        <dsp:cNvPr id="0" name=""/>
        <dsp:cNvSpPr/>
      </dsp:nvSpPr>
      <dsp:spPr>
        <a:xfrm>
          <a:off x="665297" y="720437"/>
          <a:ext cx="10857834" cy="576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2" tIns="60962" rIns="60962" bIns="60962" numCol="1" spcCol="1270" anchor="ctr" anchorCtr="0">
          <a:noAutofit/>
        </a:bodyPr>
        <a:lstStyle/>
        <a:p>
          <a:pPr marL="0" lvl="0" indent="0" algn="l" defTabSz="711200">
            <a:lnSpc>
              <a:spcPct val="100000"/>
            </a:lnSpc>
            <a:spcBef>
              <a:spcPct val="0"/>
            </a:spcBef>
            <a:spcAft>
              <a:spcPct val="35000"/>
            </a:spcAft>
            <a:buNone/>
          </a:pPr>
          <a:r>
            <a:rPr lang="en-US" sz="1600" kern="1200">
              <a:latin typeface="Ariel"/>
            </a:rPr>
            <a:t>023KC-203 and 023KC-204</a:t>
          </a:r>
        </a:p>
      </dsp:txBody>
      <dsp:txXfrm>
        <a:off x="665297" y="720437"/>
        <a:ext cx="10857834" cy="576015"/>
      </dsp:txXfrm>
    </dsp:sp>
    <dsp:sp modelId="{DC996583-18F9-4913-A22F-5AA023DB6572}">
      <dsp:nvSpPr>
        <dsp:cNvPr id="0" name=""/>
        <dsp:cNvSpPr/>
      </dsp:nvSpPr>
      <dsp:spPr>
        <a:xfrm>
          <a:off x="0" y="1440456"/>
          <a:ext cx="11523132" cy="57601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B6BC69-23FB-4605-974B-835C258B3FA5}">
      <dsp:nvSpPr>
        <dsp:cNvPr id="0" name=""/>
        <dsp:cNvSpPr/>
      </dsp:nvSpPr>
      <dsp:spPr>
        <a:xfrm>
          <a:off x="174244" y="1570059"/>
          <a:ext cx="316808" cy="31680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B6B6E1A-20E5-443C-AF36-4FA63B8FFE02}">
      <dsp:nvSpPr>
        <dsp:cNvPr id="0" name=""/>
        <dsp:cNvSpPr/>
      </dsp:nvSpPr>
      <dsp:spPr>
        <a:xfrm>
          <a:off x="665297" y="1440456"/>
          <a:ext cx="10857834" cy="576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2" tIns="60962" rIns="60962" bIns="60962" numCol="1" spcCol="1270" anchor="ctr" anchorCtr="0">
          <a:noAutofit/>
        </a:bodyPr>
        <a:lstStyle/>
        <a:p>
          <a:pPr marL="0" lvl="0" indent="0" algn="l" defTabSz="711200">
            <a:lnSpc>
              <a:spcPct val="100000"/>
            </a:lnSpc>
            <a:spcBef>
              <a:spcPct val="0"/>
            </a:spcBef>
            <a:spcAft>
              <a:spcPct val="35000"/>
            </a:spcAft>
            <a:buNone/>
          </a:pPr>
          <a:r>
            <a:rPr lang="en-US" sz="1600" kern="1200">
              <a:latin typeface="Ariel"/>
            </a:rPr>
            <a:t>1. Ethylene (C2H4):</a:t>
          </a:r>
        </a:p>
      </dsp:txBody>
      <dsp:txXfrm>
        <a:off x="665297" y="1440456"/>
        <a:ext cx="10857834" cy="576015"/>
      </dsp:txXfrm>
    </dsp:sp>
    <dsp:sp modelId="{2FECECF6-EDDD-40B4-A647-85FAA6D13B61}">
      <dsp:nvSpPr>
        <dsp:cNvPr id="0" name=""/>
        <dsp:cNvSpPr/>
      </dsp:nvSpPr>
      <dsp:spPr>
        <a:xfrm>
          <a:off x="0" y="2160475"/>
          <a:ext cx="11523132" cy="57601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E0126A-3E18-4351-A0D8-094F9193A78F}">
      <dsp:nvSpPr>
        <dsp:cNvPr id="0" name=""/>
        <dsp:cNvSpPr/>
      </dsp:nvSpPr>
      <dsp:spPr>
        <a:xfrm>
          <a:off x="174244" y="2290078"/>
          <a:ext cx="316808" cy="31680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E95C005-EF70-4984-86BB-B9CE74B8D970}">
      <dsp:nvSpPr>
        <dsp:cNvPr id="0" name=""/>
        <dsp:cNvSpPr/>
      </dsp:nvSpPr>
      <dsp:spPr>
        <a:xfrm>
          <a:off x="665297" y="2160475"/>
          <a:ext cx="10857834" cy="576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2" tIns="60962" rIns="60962" bIns="60962" numCol="1" spcCol="1270" anchor="ctr" anchorCtr="0">
          <a:noAutofit/>
        </a:bodyPr>
        <a:lstStyle/>
        <a:p>
          <a:pPr marL="0" lvl="0" indent="0" algn="l" defTabSz="711200">
            <a:lnSpc>
              <a:spcPct val="100000"/>
            </a:lnSpc>
            <a:spcBef>
              <a:spcPct val="0"/>
            </a:spcBef>
            <a:spcAft>
              <a:spcPct val="35000"/>
            </a:spcAft>
            <a:buNone/>
          </a:pPr>
          <a:r>
            <a:rPr lang="en-US" sz="1600" kern="1200">
              <a:latin typeface="Ariel"/>
            </a:rPr>
            <a:t>2. Propylene (C3H6):</a:t>
          </a:r>
        </a:p>
      </dsp:txBody>
      <dsp:txXfrm>
        <a:off x="665297" y="2160475"/>
        <a:ext cx="10857834" cy="576015"/>
      </dsp:txXfrm>
    </dsp:sp>
    <dsp:sp modelId="{CB94B81D-7A0E-4D0B-93D8-7D06AF7E4E30}">
      <dsp:nvSpPr>
        <dsp:cNvPr id="0" name=""/>
        <dsp:cNvSpPr/>
      </dsp:nvSpPr>
      <dsp:spPr>
        <a:xfrm>
          <a:off x="0" y="2880494"/>
          <a:ext cx="11523132" cy="57601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08068B-B257-4D9F-A22E-9B4F2E3F3226}">
      <dsp:nvSpPr>
        <dsp:cNvPr id="0" name=""/>
        <dsp:cNvSpPr/>
      </dsp:nvSpPr>
      <dsp:spPr>
        <a:xfrm>
          <a:off x="174244" y="3010097"/>
          <a:ext cx="316808" cy="31680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1B67222-610B-4E1F-86C2-76C405CF458C}">
      <dsp:nvSpPr>
        <dsp:cNvPr id="0" name=""/>
        <dsp:cNvSpPr/>
      </dsp:nvSpPr>
      <dsp:spPr>
        <a:xfrm>
          <a:off x="665297" y="2880494"/>
          <a:ext cx="10857834" cy="576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2" tIns="60962" rIns="60962" bIns="60962" numCol="1" spcCol="1270" anchor="ctr" anchorCtr="0">
          <a:noAutofit/>
        </a:bodyPr>
        <a:lstStyle/>
        <a:p>
          <a:pPr marL="0" lvl="0" indent="0" algn="l" defTabSz="711200">
            <a:lnSpc>
              <a:spcPct val="100000"/>
            </a:lnSpc>
            <a:spcBef>
              <a:spcPct val="0"/>
            </a:spcBef>
            <a:spcAft>
              <a:spcPct val="35000"/>
            </a:spcAft>
            <a:buNone/>
          </a:pPr>
          <a:r>
            <a:rPr lang="en-US" sz="1600" kern="1200">
              <a:latin typeface="Ariel"/>
            </a:rPr>
            <a:t>Why They Are Compressed:</a:t>
          </a:r>
        </a:p>
      </dsp:txBody>
      <dsp:txXfrm>
        <a:off x="665297" y="2880494"/>
        <a:ext cx="10857834" cy="576015"/>
      </dsp:txXfrm>
    </dsp:sp>
    <dsp:sp modelId="{415589E9-7178-408A-8178-5E8385F296C6}">
      <dsp:nvSpPr>
        <dsp:cNvPr id="0" name=""/>
        <dsp:cNvSpPr/>
      </dsp:nvSpPr>
      <dsp:spPr>
        <a:xfrm>
          <a:off x="0" y="3528217"/>
          <a:ext cx="11523132" cy="57601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C0EF3F-EE49-49C3-BBAD-33360B4CCED5}">
      <dsp:nvSpPr>
        <dsp:cNvPr id="0" name=""/>
        <dsp:cNvSpPr/>
      </dsp:nvSpPr>
      <dsp:spPr>
        <a:xfrm>
          <a:off x="174244" y="3730116"/>
          <a:ext cx="316808" cy="31680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D90596-72D4-4CEB-98C4-4EF90BFA1FA9}">
      <dsp:nvSpPr>
        <dsp:cNvPr id="0" name=""/>
        <dsp:cNvSpPr/>
      </dsp:nvSpPr>
      <dsp:spPr>
        <a:xfrm>
          <a:off x="665297" y="3600513"/>
          <a:ext cx="10857834" cy="576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2" tIns="60962" rIns="60962" bIns="60962" numCol="1" spcCol="1270" anchor="ctr" anchorCtr="0">
          <a:noAutofit/>
        </a:bodyPr>
        <a:lstStyle/>
        <a:p>
          <a:pPr marL="0" lvl="0" indent="0" algn="l" defTabSz="711200">
            <a:lnSpc>
              <a:spcPct val="100000"/>
            </a:lnSpc>
            <a:spcBef>
              <a:spcPct val="0"/>
            </a:spcBef>
            <a:spcAft>
              <a:spcPct val="35000"/>
            </a:spcAft>
            <a:buNone/>
          </a:pPr>
          <a:r>
            <a:rPr lang="en-US" sz="1600" kern="1200">
              <a:latin typeface="Ariel"/>
            </a:rPr>
            <a:t>1. Cooling</a:t>
          </a:r>
        </a:p>
      </dsp:txBody>
      <dsp:txXfrm>
        <a:off x="665297" y="3600513"/>
        <a:ext cx="10857834" cy="576015"/>
      </dsp:txXfrm>
    </dsp:sp>
    <dsp:sp modelId="{ECF0C47A-B136-4836-A6FA-E827A9EA610E}">
      <dsp:nvSpPr>
        <dsp:cNvPr id="0" name=""/>
        <dsp:cNvSpPr/>
      </dsp:nvSpPr>
      <dsp:spPr>
        <a:xfrm>
          <a:off x="0" y="4320532"/>
          <a:ext cx="11523132" cy="57601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DBC74F-8A1E-4BE0-8393-8B25E9351170}">
      <dsp:nvSpPr>
        <dsp:cNvPr id="0" name=""/>
        <dsp:cNvSpPr/>
      </dsp:nvSpPr>
      <dsp:spPr>
        <a:xfrm>
          <a:off x="174244" y="4450135"/>
          <a:ext cx="316808" cy="316808"/>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C01FE56-5BE1-432B-964C-F0652DF54708}">
      <dsp:nvSpPr>
        <dsp:cNvPr id="0" name=""/>
        <dsp:cNvSpPr/>
      </dsp:nvSpPr>
      <dsp:spPr>
        <a:xfrm>
          <a:off x="665297" y="4320532"/>
          <a:ext cx="10857834" cy="576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2" tIns="60962" rIns="60962" bIns="60962" numCol="1" spcCol="1270" anchor="ctr" anchorCtr="0">
          <a:noAutofit/>
        </a:bodyPr>
        <a:lstStyle/>
        <a:p>
          <a:pPr marL="0" lvl="0" indent="0" algn="l" defTabSz="711200">
            <a:lnSpc>
              <a:spcPct val="100000"/>
            </a:lnSpc>
            <a:spcBef>
              <a:spcPct val="0"/>
            </a:spcBef>
            <a:spcAft>
              <a:spcPct val="35000"/>
            </a:spcAft>
            <a:buNone/>
          </a:pPr>
          <a:r>
            <a:rPr lang="en-US" sz="1600" kern="1200">
              <a:latin typeface="Ariel"/>
            </a:rPr>
            <a:t>2. Facilitating Chemical Reactions</a:t>
          </a:r>
        </a:p>
      </dsp:txBody>
      <dsp:txXfrm>
        <a:off x="665297" y="4320532"/>
        <a:ext cx="10857834" cy="57601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6400" cy="496888"/>
          </a:xfrm>
          <a:prstGeom prst="rect">
            <a:avLst/>
          </a:prstGeom>
        </p:spPr>
        <p:txBody>
          <a:bodyPr vert="horz" lIns="91430" tIns="45716" rIns="91430" bIns="45716" rtlCol="0"/>
          <a:lstStyle>
            <a:lvl1pPr algn="l">
              <a:defRPr sz="1200"/>
            </a:lvl1pPr>
          </a:lstStyle>
          <a:p>
            <a:pPr>
              <a:defRPr/>
            </a:pPr>
            <a:endParaRPr lang="en-GB" dirty="0"/>
          </a:p>
        </p:txBody>
      </p:sp>
      <p:sp>
        <p:nvSpPr>
          <p:cNvPr id="3" name="Date Placeholder 2"/>
          <p:cNvSpPr>
            <a:spLocks noGrp="1"/>
          </p:cNvSpPr>
          <p:nvPr>
            <p:ph type="dt" sz="quarter" idx="1"/>
          </p:nvPr>
        </p:nvSpPr>
        <p:spPr>
          <a:xfrm>
            <a:off x="3849688" y="0"/>
            <a:ext cx="2946400" cy="496888"/>
          </a:xfrm>
          <a:prstGeom prst="rect">
            <a:avLst/>
          </a:prstGeom>
        </p:spPr>
        <p:txBody>
          <a:bodyPr vert="horz" lIns="91430" tIns="45716" rIns="91430" bIns="45716" rtlCol="0"/>
          <a:lstStyle>
            <a:lvl1pPr algn="r">
              <a:defRPr sz="1200"/>
            </a:lvl1pPr>
          </a:lstStyle>
          <a:p>
            <a:pPr>
              <a:defRPr/>
            </a:pPr>
            <a:fld id="{713D14C0-B644-8545-9AC6-0C061BBA4218}" type="datetimeFigureOut">
              <a:rPr lang="en-GB"/>
              <a:pPr>
                <a:defRPr/>
              </a:pPr>
              <a:t>13/01/2025</a:t>
            </a:fld>
            <a:endParaRPr lang="en-GB" dirty="0"/>
          </a:p>
        </p:txBody>
      </p:sp>
      <p:sp>
        <p:nvSpPr>
          <p:cNvPr id="4" name="Footer Placeholder 3"/>
          <p:cNvSpPr>
            <a:spLocks noGrp="1"/>
          </p:cNvSpPr>
          <p:nvPr>
            <p:ph type="ftr" sz="quarter" idx="2"/>
          </p:nvPr>
        </p:nvSpPr>
        <p:spPr>
          <a:xfrm>
            <a:off x="1" y="9429750"/>
            <a:ext cx="2946400" cy="496888"/>
          </a:xfrm>
          <a:prstGeom prst="rect">
            <a:avLst/>
          </a:prstGeom>
        </p:spPr>
        <p:txBody>
          <a:bodyPr vert="horz" lIns="91430" tIns="45716" rIns="91430" bIns="45716" rtlCol="0" anchor="b"/>
          <a:lstStyle>
            <a:lvl1pPr algn="l">
              <a:defRPr sz="1200"/>
            </a:lvl1pPr>
          </a:lstStyle>
          <a:p>
            <a:pPr>
              <a:defRPr/>
            </a:pPr>
            <a:endParaRPr lang="en-GB" dirty="0"/>
          </a:p>
        </p:txBody>
      </p:sp>
      <p:sp>
        <p:nvSpPr>
          <p:cNvPr id="5" name="Slide Number Placeholder 4"/>
          <p:cNvSpPr>
            <a:spLocks noGrp="1"/>
          </p:cNvSpPr>
          <p:nvPr>
            <p:ph type="sldNum" sz="quarter" idx="3"/>
          </p:nvPr>
        </p:nvSpPr>
        <p:spPr>
          <a:xfrm>
            <a:off x="3849688" y="9429750"/>
            <a:ext cx="2946400" cy="496888"/>
          </a:xfrm>
          <a:prstGeom prst="rect">
            <a:avLst/>
          </a:prstGeom>
        </p:spPr>
        <p:txBody>
          <a:bodyPr vert="horz" lIns="91430" tIns="45716" rIns="91430" bIns="45716" rtlCol="0" anchor="b"/>
          <a:lstStyle>
            <a:lvl1pPr algn="r">
              <a:defRPr sz="1200"/>
            </a:lvl1pPr>
          </a:lstStyle>
          <a:p>
            <a:pPr>
              <a:defRPr/>
            </a:pPr>
            <a:fld id="{AF782B2D-1989-774C-9F51-7F272F1E2C00}" type="slidenum">
              <a:rPr lang="en-GB"/>
              <a:pPr>
                <a:defRPr/>
              </a:pPr>
              <a:t>‹#›</a:t>
            </a:fld>
            <a:endParaRPr lang="en-GB" dirty="0"/>
          </a:p>
        </p:txBody>
      </p:sp>
    </p:spTree>
    <p:extLst>
      <p:ext uri="{BB962C8B-B14F-4D97-AF65-F5344CB8AC3E}">
        <p14:creationId xmlns:p14="http://schemas.microsoft.com/office/powerpoint/2010/main" val="332899159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12:19:34.652"/>
    </inkml:context>
    <inkml:brush xml:id="br0">
      <inkml:brushProperty name="width" value="0.1" units="cm"/>
      <inkml:brushProperty name="height" value="0.1" units="cm"/>
      <inkml:brushProperty name="color" value="#E71224"/>
    </inkml:brush>
  </inkml:definitions>
  <inkml:trace contextRef="#ctx0" brushRef="#br0">37 1 12903,'-36'4783'0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13T12:19:58.335"/>
    </inkml:context>
    <inkml:brush xml:id="br0">
      <inkml:brushProperty name="width" value="0.1" units="cm"/>
      <inkml:brushProperty name="height" value="0.1" units="cm"/>
      <inkml:brushProperty name="color" value="#E71224"/>
    </inkml:brush>
  </inkml:definitions>
  <inkml:trace contextRef="#ctx0" brushRef="#br0">0 3 1472 0 0,'8'-1'9923'0'0,"23"0"-8678"0"0,-4 1-656 0 0,-26 0-514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12:20:09.756"/>
    </inkml:context>
    <inkml:brush xml:id="br0">
      <inkml:brushProperty name="width" value="0.1" units="cm"/>
      <inkml:brushProperty name="height" value="0.1" units="cm"/>
      <inkml:brushProperty name="color" value="#E71224"/>
    </inkml:brush>
  </inkml:definitions>
  <inkml:trace contextRef="#ctx0" brushRef="#br0">0 6544 18611,'27'-6544'0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12:20:13.336"/>
    </inkml:context>
    <inkml:brush xml:id="br0">
      <inkml:brushProperty name="width" value="0.1" units="cm"/>
      <inkml:brushProperty name="height" value="0.1" units="cm"/>
      <inkml:brushProperty name="color" value="#E71224"/>
    </inkml:brush>
  </inkml:definitions>
  <inkml:trace contextRef="#ctx0" brushRef="#br0">10458 0 14736,'-10457'24'0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12:20:16.102"/>
    </inkml:context>
    <inkml:brush xml:id="br0">
      <inkml:brushProperty name="width" value="0.1" units="cm"/>
      <inkml:brushProperty name="height" value="0.1" units="cm"/>
      <inkml:brushProperty name="color" value="#E71224"/>
    </inkml:brush>
  </inkml:definitions>
  <inkml:trace contextRef="#ctx0" brushRef="#br0">0 1 13737,'26'938'0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12:20:18.289"/>
    </inkml:context>
    <inkml:brush xml:id="br0">
      <inkml:brushProperty name="width" value="0.1" units="cm"/>
      <inkml:brushProperty name="height" value="0.1" units="cm"/>
      <inkml:brushProperty name="color" value="#E71224"/>
    </inkml:brush>
  </inkml:definitions>
  <inkml:trace contextRef="#ctx0" brushRef="#br0">1 1 6687,'939'24'0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12:20:54.166"/>
    </inkml:context>
    <inkml:brush xml:id="br0">
      <inkml:brushProperty name="width" value="0.1" units="cm"/>
      <inkml:brushProperty name="height" value="0.1" units="cm"/>
      <inkml:brushProperty name="color" value="#E71224"/>
    </inkml:brush>
  </inkml:definitions>
  <inkml:trace contextRef="#ctx0" brushRef="#br0">1 0 13968,'771'27'0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12:20:56.503"/>
    </inkml:context>
    <inkml:brush xml:id="br0">
      <inkml:brushProperty name="width" value="0.1" units="cm"/>
      <inkml:brushProperty name="height" value="0.1" units="cm"/>
      <inkml:brushProperty name="color" value="#E71224"/>
    </inkml:brush>
  </inkml:definitions>
  <inkml:trace contextRef="#ctx0" brushRef="#br0">34 0 12299,'-34'956'0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12:21:07.615"/>
    </inkml:context>
    <inkml:brush xml:id="br0">
      <inkml:brushProperty name="width" value="0.1" units="cm"/>
      <inkml:brushProperty name="height" value="0.1" units="cm"/>
      <inkml:brushProperty name="color" value="#004F8B"/>
    </inkml:brush>
  </inkml:definitions>
  <inkml:trace contextRef="#ctx0" brushRef="#br0">48 0 14586,'-48'2114'0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12:21:11.717"/>
    </inkml:context>
    <inkml:brush xml:id="br0">
      <inkml:brushProperty name="width" value="0.1" units="cm"/>
      <inkml:brushProperty name="height" value="0.1" units="cm"/>
      <inkml:brushProperty name="color" value="#004F8B"/>
    </inkml:brush>
  </inkml:definitions>
  <inkml:trace contextRef="#ctx0" brushRef="#br0">45 2370 17308,'-44'-2369'0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12:21:13.799"/>
    </inkml:context>
    <inkml:brush xml:id="br0">
      <inkml:brushProperty name="width" value="0.1" units="cm"/>
      <inkml:brushProperty name="height" value="0.1" units="cm"/>
      <inkml:brushProperty name="color" value="#004F8B"/>
    </inkml:brush>
  </inkml:definitions>
  <inkml:trace contextRef="#ctx0" brushRef="#br0">1 40 10910,'1652'-40'0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12:21:35.722"/>
    </inkml:context>
    <inkml:brush xml:id="br0">
      <inkml:brushProperty name="width" value="0.1" units="cm"/>
      <inkml:brushProperty name="height" value="0.1" units="cm"/>
      <inkml:brushProperty name="color" value="#004F8B"/>
    </inkml:brush>
  </inkml:definitions>
  <inkml:trace contextRef="#ctx0" brushRef="#br0">53 0 16750,'-52'1448'0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12:21:38.919"/>
    </inkml:context>
    <inkml:brush xml:id="br0">
      <inkml:brushProperty name="width" value="0.1" units="cm"/>
      <inkml:brushProperty name="height" value="0.1" units="cm"/>
      <inkml:brushProperty name="color" value="#004F8B"/>
    </inkml:brush>
  </inkml:definitions>
  <inkml:trace contextRef="#ctx0" brushRef="#br0">1 1 16582,'1384'16'0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12:21:43.217"/>
    </inkml:context>
    <inkml:brush xml:id="br0">
      <inkml:brushProperty name="width" value="0.1" units="cm"/>
      <inkml:brushProperty name="height" value="0.1" units="cm"/>
      <inkml:brushProperty name="color" value="#004F8B"/>
    </inkml:brush>
  </inkml:definitions>
  <inkml:trace contextRef="#ctx0" brushRef="#br0">1 0 16066,'12'6745'0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13T12:21:45.600"/>
    </inkml:context>
    <inkml:brush xml:id="br0">
      <inkml:brushProperty name="width" value="0.1" units="cm"/>
      <inkml:brushProperty name="height" value="0.1" units="cm"/>
      <inkml:brushProperty name="color" value="#004F8B"/>
    </inkml:brush>
  </inkml:definitions>
  <inkml:trace contextRef="#ctx0" brushRef="#br0">13 0 1080 0 0,'0'0'551'0'0,"0"36"1146"0"0,-5 57-2188 0 0,1-64-715 0 0,0-22 135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8T09:34:40.048"/>
    </inkml:context>
    <inkml:brush xml:id="br0">
      <inkml:brushProperty name="width" value="0.035" units="cm"/>
      <inkml:brushProperty name="height" value="0.035" units="cm"/>
    </inkml:brush>
  </inkml:definitions>
  <inkml:trace contextRef="#ctx0" brushRef="#br0">24 3 3688 0 0,'0'0'352'0'0,"-24"-3"-1764"0"0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8T09:36:42.939"/>
    </inkml:context>
    <inkml:brush xml:id="br0">
      <inkml:brushProperty name="width" value="0.035" units="cm"/>
      <inkml:brushProperty name="height" value="0.035" units="cm"/>
    </inkml:brush>
  </inkml:definitions>
  <inkml:trace contextRef="#ctx0" brushRef="#br0">12 1 1792 0 0,'0'0'1577'0'0,"-12"5"-933"0"0,12 170-378 0 0,12-132-258 0 0,-12-137 1234 0 0,0 91-1163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8T09:36:51.805"/>
    </inkml:context>
    <inkml:brush xml:id="br0">
      <inkml:brushProperty name="width" value="0.035" units="cm"/>
      <inkml:brushProperty name="height" value="0.035" units="cm"/>
    </inkml:brush>
  </inkml:definitions>
  <inkml:trace contextRef="#ctx0" brushRef="#br0">0 1 1560 0 0,'0'0'776'0'0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8T09:36:52.257"/>
    </inkml:context>
    <inkml:brush xml:id="br0">
      <inkml:brushProperty name="width" value="0.035" units="cm"/>
      <inkml:brushProperty name="height" value="0.035" units="cm"/>
    </inkml:brush>
  </inkml:definitions>
  <inkml:trace contextRef="#ctx0" brushRef="#br0">10 76 2384 0 0,'0'0'633'0'0,"-5"-30"3019"0"0,5 30-3606 0 0,-1 0 1 0 0,1 0-1 0 0,0 0 0 0 0,-1 0 0 0 0,1 0 1 0 0,0 0-1 0 0,0-1 0 0 0,-1 1 0 0 0,1 0 1 0 0,0 0-1 0 0,0 0 0 0 0,0-1 0 0 0,-1 1 1 0 0,1 0-1 0 0,0 0 0 0 0,0-1 0 0 0,0 1 1 0 0,0 0-1 0 0,0 0 0 0 0,-1-1 0 0 0,1 1 0 0 0,0 0 1 0 0,0 0-1 0 0,0-1 0 0 0,0 1 0 0 0,0 0 1 0 0,0-1-1 0 0,0 1 0 0 0,0 0 0 0 0,0 0 1 0 0,0-1-1 0 0,0 1 0 0 0,0 0 0 0 0,0-1 1 0 0,0 1-1 0 0,0 0 0 0 0,1 0 0 0 0,-1-1 1 0 0,0 1-1 0 0,0 0 0 0 0,0 0 0 0 0,0-1 1 0 0,0 1-1 0 0,1 0 0 0 0,-1 0 0 0 0,0-1 1 0 0,0 1-1 0 0,0 0 0 0 0,1 0 0 0 0,-1 0 1 0 0,0 0-1 0 0,0-1 0 0 0,1 1 0 0 0,-1 0 0 0 0,0 0 1 0 0,0 0-1 0 0,1 0 0 0 0,0-2 57 0 0,0 1 0 0 0,0 0-1 0 0,1 0 1 0 0,-1 0 0 0 0,0-1-1 0 0,0 1 1 0 0,1 1 0 0 0,-1-1 0 0 0,1 0-1 0 0,-1 0 1 0 0,1 0 0 0 0,-1 1-1 0 0,4-2 1 0 0,26-5 680 0 0,23-3-163 0 0,-51 9-599 0 0,-1 1 0 0 0,1 0 1 0 0,0 0-1 0 0,0 0 0 0 0,0 0 0 0 0,0 0 0 0 0,0 1 1 0 0,0-1-1 0 0,-1 1 0 0 0,1 0 0 0 0,0 0 1 0 0,0 0-1 0 0,-1 0 0 0 0,5 3 0 0 0,-6-1-19 0 0,1 0-1 0 0,-1 0 0 0 0,1 0 0 0 0,-1 0 1 0 0,0 1-1 0 0,0-1 0 0 0,-1 0 0 0 0,1 1 1 0 0,-1-1-1 0 0,1 1 0 0 0,-1-1 1 0 0,0 1-1 0 0,0-1 0 0 0,-1 1 0 0 0,1-1 1 0 0,-1 0-1 0 0,0 1 0 0 0,0-1 0 0 0,0 0 1 0 0,0 1-1 0 0,-3 4 0 0 0,-38 37-92 0 0,18-17 37 0 0,17-22 46 0 0,1 1-1 0 0,0 0 1 0 0,0 0 0 0 0,-8 14 0 0 0,14-21 13 0 0,0 0 1 0 0,-1 1 0 0 0,1-1 0 0 0,0 0 0 0 0,-1 1 0 0 0,1-1 0 0 0,0 0-1 0 0,0 1 1 0 0,0-1 0 0 0,-1 1 0 0 0,1-1 0 0 0,0 0 0 0 0,0 1 0 0 0,0-1-1 0 0,0 1 1 0 0,0-1 0 0 0,0 0 0 0 0,0 1 0 0 0,0-1 0 0 0,0 1-1 0 0,0-1 1 0 0,0 1 0 0 0,0-1 0 0 0,0 0 0 0 0,0 1 0 0 0,0-1 0 0 0,0 1-1 0 0,0-1 1 0 0,0 0 0 0 0,1 1 0 0 0,-1-1 0 0 0,0 1 0 0 0,0-1 0 0 0,0 0-1 0 0,1 1 1 0 0,-1-1 0 0 0,0 0 0 0 0,1 1 0 0 0,-1-1 0 0 0,0 0-1 0 0,1 0 1 0 0,-1 1 0 0 0,0-1 0 0 0,1 0 0 0 0,-1 0 0 0 0,0 0 0 0 0,1 1-1 0 0,0-1 1 0 0,24 0 317 0 0,-12-1-148 0 0,45-4 743 0 0,-54 5-788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8T09:36:52.374"/>
    </inkml:context>
    <inkml:brush xml:id="br0">
      <inkml:brushProperty name="width" value="0.035" units="cm"/>
      <inkml:brushProperty name="height" value="0.035" units="cm"/>
    </inkml:brush>
  </inkml:definitions>
  <inkml:trace contextRef="#ctx0" brushRef="#br0">268 1 14336 0 0,'2'0'59'0'0,"0"-1"0"0"0,1 1 1 0 0,-1 0-1 0 0,0 0 1 0 0,1 1-1 0 0,-1-1 0 0 0,1 0 1 0 0,-1 1-1 0 0,0 0 1 0 0,0-1-1 0 0,1 1 0 0 0,-1 0 1 0 0,0 0-1 0 0,0 0 0 0 0,0 0 1 0 0,0 1-1 0 0,0-1 1 0 0,0 0-1 0 0,0 1 0 0 0,0 0 1 0 0,-1-1-1 0 0,1 1 1 0 0,-1 0-1 0 0,3 3 0 0 0,-2 1 82 0 0,0 0-1 0 0,0 0 1 0 0,-1 0-1 0 0,0 0 1 0 0,0 0-1 0 0,0 0 1 0 0,-1 0-1 0 0,-1 9 1 0 0,-1-11-103 0 0,0 1-1 0 0,-1-1 1 0 0,0 0 0 0 0,0 0 0 0 0,0 0 0 0 0,0-1 0 0 0,-1 1-1 0 0,1-1 1 0 0,-1 0 0 0 0,0 0 0 0 0,0 0 0 0 0,0 0 0 0 0,-5 1-1 0 0,-12 12 47 0 0,14-11-82 0 0,0-1 0 0 0,0 0 1 0 0,0-1-1 0 0,0 0 0 0 0,-1 0 0 0 0,0 0 0 0 0,1-1 0 0 0,-1 0 0 0 0,0 0 1 0 0,0-1-1 0 0,-14 0 0 0 0,-10 4-172 0 0,-27 0-1499 0 0,55-5 1009 0 0,-1-1 1 0 0,1 1-1 0 0,0-1 0 0 0,-1 1 0 0 0,1-1 1 0 0,0-1-1 0 0,-1 1 0 0 0,1 0 0 0 0,0-1 0 0 0,-7-4 1 0 0,10 6 368 0 0,0-1 0 0 0,1 0 0 0 0,-1 0 0 0 0,0 1-1 0 0,1-1 1 0 0,-1 0 0 0 0,0 0 0 0 0,1 0 0 0 0,-1 0 0 0 0,1 0 0 0 0,-1 0 0 0 0,1 0 0 0 0,0 0 0 0 0,-1 0 0 0 0,1 0 0 0 0,0 0 0 0 0,0 0 0 0 0,0 0 0 0 0,0-2 0 0 0,0-3-1964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8T09:36:53.855"/>
    </inkml:context>
    <inkml:brush xml:id="br0">
      <inkml:brushProperty name="width" value="0.035" units="cm"/>
      <inkml:brushProperty name="height" value="0.035" units="cm"/>
    </inkml:brush>
  </inkml:definitions>
  <inkml:trace contextRef="#ctx0" brushRef="#br0">1 72 2480 0 0,'0'0'1880'0'0,"34"-16"1248"0"0,50-15-562 0 0,-49 20-1764 0 0,-28 8-601 0 0,0 0-1 0 0,0 1 0 0 0,1 0 0 0 0,-1 1 1 0 0,1 0-1 0 0,13-1 0 0 0,-20 2-96 0 0,3 43 831 0 0,-7-21-856 0 0,2-15-87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8T09:36:53.966"/>
    </inkml:context>
    <inkml:brush xml:id="br0">
      <inkml:brushProperty name="width" value="0.035" units="cm"/>
      <inkml:brushProperty name="height" value="0.035" units="cm"/>
    </inkml:brush>
  </inkml:definitions>
  <inkml:trace contextRef="#ctx0" brushRef="#br0">80 0 13352 0 0,'-1'18'35'0'0,"-1"0"1"0"0,-1-1 0 0 0,-5 19 0 0 0,3-15-2 0 0,-37 137-14 0 0,38-135-447 0 0,-6 29 331 0 0,6-38-3192 0 0,3-21-6114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8T09:36:54.272"/>
    </inkml:context>
    <inkml:brush xml:id="br0">
      <inkml:brushProperty name="width" value="0.035" units="cm"/>
      <inkml:brushProperty name="height" value="0.035" units="cm"/>
    </inkml:brush>
  </inkml:definitions>
  <inkml:trace contextRef="#ctx0" brushRef="#br0">1 26 2192 0 0,'0'0'4224'0'0,"50"0"-50"0"0,-36-1-3579 0 0,-1 0 0 0 0,0-1-1 0 0,24-6 1 0 0,-23 4-983 0 0,0 1 1 0 0,0 0-1 0 0,28-1 0 0 0,-34 4-270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8T09:36:54.384"/>
    </inkml:context>
    <inkml:brush xml:id="br0">
      <inkml:brushProperty name="width" value="0.035" units="cm"/>
      <inkml:brushProperty name="height" value="0.035" units="cm"/>
    </inkml:brush>
  </inkml:definitions>
  <inkml:trace contextRef="#ctx0" brushRef="#br0">1 0 9872 0 0,'4'0'-1064'0'0,"8"0"-144"0"0,-8 0-152 0 0,1 0-80 0 0,-1 4-784 0 0,1-4-40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8T09:36:56.603"/>
    </inkml:context>
    <inkml:brush xml:id="br0">
      <inkml:brushProperty name="width" value="0.035" units="cm"/>
      <inkml:brushProperty name="height" value="0.035" units="cm"/>
    </inkml:brush>
  </inkml:definitions>
  <inkml:trace contextRef="#ctx0" brushRef="#br0">37 0 2288 0 0,'-1'2'254'0'0,"0"0"1"0"0,0 0-1 0 0,0 0 1 0 0,1 0-1 0 0,-1 0 1 0 0,1 0-1 0 0,-1 0 0 0 0,1 0 1 0 0,0 0-1 0 0,0 0 1 0 0,0 0-1 0 0,0 1 1 0 0,0-1-1 0 0,0 0 1 0 0,1 4-1 0 0,-1 20 483 0 0,-8-1-517 0 0,2 0 1 0 0,1 1-1 0 0,1 0 1 0 0,0 32-1 0 0,-1 42 342 0 0,5-99-260 0 0,23-46 37 0 0,11-2-262 0 0,-14 9-70 0 0,-18 32-6 0 0,1-1 1 0 0,0 1-1 0 0,0 0 0 0 0,1 0 0 0 0,-1 1 0 0 0,1-1 0 0 0,1 1 1 0 0,6-8-1 0 0,0 2-2 0 0,0-1 1 0 0,-1 0 0 0 0,0-1 0 0 0,8-14-1 0 0,-14 17-56 0 0,-4 9 50 0 0,0 0 1 0 0,0 1-1 0 0,1-1 0 0 0,-1 0 0 0 0,0 1 1 0 0,0-1-1 0 0,1 0 0 0 0,-1 1 1 0 0,0-1-1 0 0,1 1 0 0 0,-1-1 0 0 0,1 0 1 0 0,-1 1-1 0 0,1-1 0 0 0,-1 1 0 0 0,1-1 1 0 0,-1 1-1 0 0,1 0 0 0 0,-1-1 1 0 0,1 1-1 0 0,0-1 0 0 0,-1 1 0 0 0,1 0 1 0 0,1-1-1 0 0,-1 1-30 0 0,-27 46-469 0 0,3-17 462 0 0,-25 47 354 0 0,47-73-265 0 0,1 2-10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8T09:36:56.738"/>
    </inkml:context>
    <inkml:brush xml:id="br0">
      <inkml:brushProperty name="width" value="0.035" units="cm"/>
      <inkml:brushProperty name="height" value="0.035" units="cm"/>
    </inkml:brush>
  </inkml:definitions>
  <inkml:trace contextRef="#ctx0" brushRef="#br0">1 0 9120 0 0,'0'9'87'0'0,"0"-7"-55"0"0,0 0-1 0 0,-1 0 1 0 0,1 0-1 0 0,0 0 1 0 0,0 0 0 0 0,0 0-1 0 0,1 0 1 0 0,-1 0-1 0 0,0-1 1 0 0,1 1 0 0 0,-1 0-1 0 0,1 0 1 0 0,0 0-1 0 0,-1 0 1 0 0,1-1-1 0 0,0 1 1 0 0,0 0 0 0 0,0-1-1 0 0,0 1 1 0 0,1-1-1 0 0,-1 1 1 0 0,0-1-1 0 0,3 2 1 0 0,12 12 237 0 0,-14-12-254 0 0,0-1-1 0 0,0 0 1 0 0,1 0 0 0 0,-1 0-1 0 0,0 0 1 0 0,1-1 0 0 0,-1 1-1 0 0,1-1 1 0 0,-1 1 0 0 0,1-1 0 0 0,0 0-1 0 0,4 1 1 0 0,18 7 26 0 0,13 3-1771 0 0,-14-17-2863 0 0,-19-1 1498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09:37:43.229"/>
    </inkml:context>
    <inkml:brush xml:id="br0">
      <inkml:brushProperty name="width" value="0.035" units="cm"/>
      <inkml:brushProperty name="height" value="0.035" units="cm"/>
    </inkml:brush>
  </inkml:definitions>
  <inkml:trace contextRef="#ctx0" brushRef="#br0">28 8200 20193,'-28'-8200'0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09:37:54.703"/>
    </inkml:context>
    <inkml:brush xml:id="br0">
      <inkml:brushProperty name="width" value="0.035" units="cm"/>
      <inkml:brushProperty name="height" value="0.035" units="cm"/>
    </inkml:brush>
  </inkml:definitions>
  <inkml:trace contextRef="#ctx0" brushRef="#br0">16567 0 10176,'-16567'81'0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09:39:55.990"/>
    </inkml:context>
    <inkml:brush xml:id="br0">
      <inkml:brushProperty name="width" value="0.05" units="cm"/>
      <inkml:brushProperty name="height" value="0.05" units="cm"/>
    </inkml:brush>
  </inkml:definitions>
  <inkml:trace contextRef="#ctx0" brushRef="#br0">51 8136 18825,'-51'-8136'0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09:40:08.175"/>
    </inkml:context>
    <inkml:brush xml:id="br0">
      <inkml:brushProperty name="width" value="0.05" units="cm"/>
      <inkml:brushProperty name="height" value="0.05" units="cm"/>
    </inkml:brush>
  </inkml:definitions>
  <inkml:trace contextRef="#ctx0" brushRef="#br0">16645 0 17095,'-16645'136'0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8T09:40:12.275"/>
    </inkml:context>
    <inkml:brush xml:id="br0">
      <inkml:brushProperty name="width" value="0.05" units="cm"/>
      <inkml:brushProperty name="height" value="0.05" units="cm"/>
    </inkml:brush>
  </inkml:definitions>
  <inkml:trace contextRef="#ctx0" brushRef="#br0">172 62 1480 0 0,'-4'0'1291'0'0,"-1"-1"-915"0"0,-1 1 0 0 0,0 0-1 0 0,0 0 1 0 0,0 1 0 0 0,0 0 0 0 0,1 0 0 0 0,-1 0-1 0 0,0 0 1 0 0,-6 4 0 0 0,8-1-312 0 0,0 1 0 0 0,0 0 0 0 0,0 0 0 0 0,1 0-1 0 0,0 0 1 0 0,0 1 0 0 0,0-1 0 0 0,1 1 0 0 0,-1 0 0 0 0,1 0 0 0 0,-2 11-1 0 0,-12 28 750 0 0,13-33 24 0 0,11-11-441 0 0,12-13-379 0 0,-4-7-2 0 0,-13 16-7 0 0,1-1 1 0 0,-1 0 0 0 0,0 1-1 0 0,-1-1 1 0 0,1 0 0 0 0,-1 0-1 0 0,1 0 1 0 0,-1-1 0 0 0,0 1-1 0 0,-1-1 1 0 0,1 1 0 0 0,-1-1-1 0 0,0 1 1 0 0,0-1-1 0 0,0 0 1 0 0,-1-8 0 0 0,0 12-10 0 0,-1 1 1 0 0,1-1-1 0 0,-1 0 0 0 0,1 1 1 0 0,-1-1-1 0 0,0 1 1 0 0,1-1-1 0 0,-1 1 1 0 0,0-1-1 0 0,1 1 1 0 0,-1-1-1 0 0,0 1 0 0 0,0 0 1 0 0,1-1-1 0 0,-1 1 1 0 0,0 0-1 0 0,0 0 1 0 0,0-1-1 0 0,1 1 0 0 0,-1 0 1 0 0,0 0-1 0 0,0 0 1 0 0,0 0-1 0 0,0 0 1 0 0,1 0-1 0 0,-1 1 0 0 0,0-1 1 0 0,-1 0-1 0 0,-23 3-13 0 0,23-1 21 0 0,0-1 0 0 0,1 0 0 0 0,-1 1 0 0 0,1-1 0 0 0,-1 1 0 0 0,1 0 0 0 0,-1-1 0 0 0,1 1-1 0 0,0 0 1 0 0,0 0 0 0 0,0 0 0 0 0,0 0 0 0 0,0 0 0 0 0,0 0 0 0 0,1 0 0 0 0,-1 0 0 0 0,1 0 0 0 0,-1 0 0 0 0,1 0 0 0 0,0 0 0 0 0,0 0 0 0 0,0 1 0 0 0,0-1-1 0 0,1 4 1 0 0,-1-6-2 0 0,1 0-1 0 0,-1 1 1 0 0,1-1-1 0 0,-1 0 1 0 0,1 1-1 0 0,-1-1 1 0 0,1 0 0 0 0,-1 1-1 0 0,1-1 1 0 0,0 0-1 0 0,-1 0 1 0 0,1 0-1 0 0,-1 0 1 0 0,1 0-1 0 0,0 0 1 0 0,-1 0-1 0 0,1 0 1 0 0,-1 0-1 0 0,1 0 1 0 0,0 0-1 0 0,-1 0 1 0 0,1 0-1 0 0,-1 0 1 0 0,1 0-1 0 0,0 0 1 0 0,-1-1-1 0 0,1 1 1 0 0,0-1-1 0 0,18-5 117 0 0,-16 3-46 0 0,0 1 0 0 0,0-1 0 0 0,-1 0 0 0 0,1 0 1 0 0,-1 0-1 0 0,0 0 0 0 0,0-1 0 0 0,0 1 0 0 0,0-1 0 0 0,0 1 0 0 0,-1-1 0 0 0,0 1 0 0 0,1-1 0 0 0,-1 0 0 0 0,0-4 0 0 0,-1 5-51 0 0,0 1 0 0 0,0 0-1 0 0,-1 0 1 0 0,1 0 0 0 0,-1 0 0 0 0,0 0 0 0 0,1 0 0 0 0,-1 0-1 0 0,0 0 1 0 0,0 0 0 0 0,0 0 0 0 0,0 0 0 0 0,-1 1 0 0 0,1-1-1 0 0,0 0 1 0 0,-1 1 0 0 0,1-1 0 0 0,-1 1 0 0 0,1-1 0 0 0,-1 1 0 0 0,0 0-1 0 0,0 0 1 0 0,0 0 0 0 0,1 0 0 0 0,-1 0 0 0 0,0 0 0 0 0,0 0-1 0 0,-4 0 1 0 0,4 0-24 0 0,1 0-1 0 0,-1 1 1 0 0,1 0 0 0 0,-1-1-1 0 0,1 1 1 0 0,-1 0-1 0 0,0 0 1 0 0,1 0 0 0 0,-1 0-1 0 0,1 0 1 0 0,-1 0-1 0 0,0 0 1 0 0,1 1 0 0 0,-1-1-1 0 0,1 1 1 0 0,-1-1-1 0 0,1 1 1 0 0,-1-1 0 0 0,1 1-1 0 0,-1 0 1 0 0,1 0-1 0 0,-2 1 1 0 0,0 0-8 0 0,0 1 1 0 0,0 0-1 0 0,0 0 1 0 0,1 0-1 0 0,-1 1 1 0 0,1-1-1 0 0,0 0 1 0 0,-3 8-1 0 0,1-2-4 0 0,0 0-1 0 0,1 0 0 0 0,0 0 1 0 0,1 0-1 0 0,0 1 1 0 0,-2 19-1 0 0,4-28 21 0 0,0 1-1 0 0,0-1 1 0 0,0 1 0 0 0,0-1-1 0 0,0 1 1 0 0,1-1 0 0 0,-1 1-1 0 0,0 0 1 0 0,1-1 0 0 0,-1 0-1 0 0,1 1 1 0 0,-1-1 0 0 0,1 1 0 0 0,0-1-1 0 0,-1 0 1 0 0,1 1 0 0 0,0-1-1 0 0,0 0 1 0 0,0 0 0 0 0,0 0-1 0 0,0 0 1 0 0,0 0 0 0 0,1 0-1 0 0,-1 0 1 0 0,0 0 0 0 0,0 0-1 0 0,1 0 1 0 0,-1-1 0 0 0,1 1-1 0 0,-1 0 1 0 0,0-1 0 0 0,1 1-1 0 0,-1-1 1 0 0,1 0 0 0 0,-1 0 0 0 0,1 1-1 0 0,0-1 1 0 0,-1 0 0 0 0,1 0-1 0 0,-1 0 1 0 0,1 0 0 0 0,-1-1-1 0 0,1 1 1 0 0,-1 0 0 0 0,1-1-1 0 0,-1 1 1 0 0,1-1 0 0 0,-1 1-1 0 0,0-1 1 0 0,1 0 0 0 0,-1 0-1 0 0,0 1 1 0 0,1-1 0 0 0,-1 0-1 0 0,0 0 1 0 0,0 0 0 0 0,0 0-1 0 0,0-1 1 0 0,0 1 0 0 0,0 0 0 0 0,0 0-1 0 0,0-1 1 0 0,-1 1 0 0 0,1 0-1 0 0,0-1 1 0 0,0-2 0 0 0,11-14 131 0 0,3-9 110 0 0,-7 9-30 0 0,-7 15-199 0 0,0 1 0 0 0,1 0 0 0 0,-1-1 1 0 0,0 1-1 0 0,0 0 0 0 0,0-1 0 0 0,-1 0 1 0 0,1 1-1 0 0,0-1 0 0 0,-1 1 0 0 0,0-1 1 0 0,0 0-1 0 0,0 1 0 0 0,0-1 0 0 0,0 0 0 0 0,0 1 1 0 0,-1-1-1 0 0,1 0 0 0 0,-1 1 0 0 0,-1-5 1 0 0,1 6-22 0 0,0 0-1 0 0,1 0 1 0 0,-1 0 0 0 0,0 0 0 0 0,0 0 0 0 0,0 1 0 0 0,0-1 0 0 0,0 0 0 0 0,0 1 0 0 0,0-1 0 0 0,0 1 0 0 0,0-1 0 0 0,0 1 0 0 0,0-1 0 0 0,0 1 0 0 0,0 0 0 0 0,0-1 0 0 0,0 1 0 0 0,0 0-1 0 0,-1 0 1 0 0,1 0 0 0 0,0 0 0 0 0,0 0 0 0 0,0 0 0 0 0,0 0 0 0 0,0 0 0 0 0,-1 1 0 0 0,1-1 0 0 0,0 0 0 0 0,0 1 0 0 0,0-1 0 0 0,0 1 0 0 0,0-1 0 0 0,0 1 0 0 0,0-1 0 0 0,0 1-1 0 0,0 0 1 0 0,0 0 0 0 0,0-1 0 0 0,1 1 0 0 0,-1 0 0 0 0,0 0 0 0 0,0 0 0 0 0,0 1 0 0 0,-3 3-5 0 0,0-1 1 0 0,0 1-1 0 0,0 0 0 0 0,1 0 0 0 0,0 0 1 0 0,0 0-1 0 0,-4 9 0 0 0,7-11 10 0 0,-1 0 0 0 0,0 0 0 0 0,0 0 0 0 0,1 0-1 0 0,0 0 1 0 0,0 0 0 0 0,0 0 0 0 0,0 1 0 0 0,0-1-1 0 0,2 5 1 0 0,-2-7 0 0 0,0 0 0 0 0,0 0-1 0 0,1 0 1 0 0,-1-1 0 0 0,1 1-1 0 0,-1 0 1 0 0,1-1-1 0 0,-1 1 1 0 0,1 0 0 0 0,-1-1-1 0 0,1 1 1 0 0,0-1 0 0 0,-1 1-1 0 0,1-1 1 0 0,0 1 0 0 0,-1-1-1 0 0,1 1 1 0 0,0-1 0 0 0,0 0-1 0 0,-1 0 1 0 0,1 1 0 0 0,0-1-1 0 0,0 0 1 0 0,0 0 0 0 0,0 0-1 0 0,-1 0 1 0 0,1 1 0 0 0,0-1-1 0 0,0-1 1 0 0,0 1 0 0 0,0 0-1 0 0,-1 0 1 0 0,1 0-1 0 0,0 0 1 0 0,0 0 0 0 0,0-1-1 0 0,-1 1 1 0 0,1 0 0 0 0,0-1-1 0 0,0 1 1 0 0,-1-1 0 0 0,1 1-1 0 0,0-1 1 0 0,-1 1 0 0 0,1-1-1 0 0,-1 1 1 0 0,2-2 0 0 0,6-5 12 0 0,1 1 1 0 0,-1-2-1 0 0,-1 1 1 0 0,0-1-1 0 0,0 0 1 0 0,0-1-1 0 0,-1 0 1 0 0,0 0-1 0 0,7-15 1 0 0,-13 23-15 0 0,1 0 1 0 0,-1-1-1 0 0,1 1 0 0 0,-1 0 0 0 0,0 0 1 0 0,1 0-1 0 0,-1 0 0 0 0,0 0 1 0 0,0 0-1 0 0,0 0 0 0 0,0 0 0 0 0,0-1 1 0 0,0 1-1 0 0,0 0 0 0 0,0 0 1 0 0,0 0-1 0 0,-1 0 0 0 0,1 0 1 0 0,0 0-1 0 0,-1 0 0 0 0,0-2 0 0 0,1 3-1 0 0,-1 0 0 0 0,0-1 0 0 0,1 1 0 0 0,-1 0 0 0 0,0-1 0 0 0,1 1 0 0 0,-1 0 0 0 0,0 0 0 0 0,1 0 0 0 0,-1 0 0 0 0,0 0 0 0 0,0 0 0 0 0,1 0 0 0 0,-1 0 0 0 0,0 0 0 0 0,0 0 0 0 0,1 0 0 0 0,-1 0 0 0 0,0 0 0 0 0,1 0 0 0 0,-1 1 0 0 0,0-1 0 0 0,0 1 0 0 0,-3 1-5 0 0,0 0 0 0 0,0 0-1 0 0,0 0 1 0 0,0 0 0 0 0,1 1 0 0 0,-1 0 0 0 0,1 0-1 0 0,-1 0 1 0 0,-4 6 0 0 0,7-8 7 0 0,-4 7-6 0 0,0 1 0 0 0,0-1 0 0 0,0 0 0 0 0,-3 13 0 0 0,7-19 3 0 0,0 0 0 0 0,0 0 0 0 0,1 0 0 0 0,-1 0 0 0 0,1 1 0 0 0,0-1 0 0 0,0 0-1 0 0,0 1 1 0 0,0-1 0 0 0,0 0 0 0 0,0 0 0 0 0,1 1 0 0 0,-1-1 0 0 0,1 0 0 0 0,-1 0-1 0 0,1 0 1 0 0,0 0 0 0 0,0 0 0 0 0,0 0 0 0 0,0 0 0 0 0,0 0 0 0 0,0 0 0 0 0,1 0-1 0 0,1 2 1 0 0,-1-2 10 0 0,-1 0-1 0 0,1 0 1 0 0,0 0-1 0 0,0 0 1 0 0,0 0-1 0 0,0-1 1 0 0,0 1-1 0 0,0-1 1 0 0,1 1-1 0 0,-1-1 0 0 0,0 0 1 0 0,1 0-1 0 0,-1 0 1 0 0,1 0-1 0 0,-1 0 1 0 0,1 0-1 0 0,0-1 1 0 0,-1 1-1 0 0,1-1 1 0 0,0 0-1 0 0,-1 0 1 0 0,1 0-1 0 0,0 0 1 0 0,-1 0-1 0 0,1-1 1 0 0,0 1-1 0 0,-1-1 1 0 0,1 0-1 0 0,0 0 0 0 0,-1 0 1 0 0,0 0-1 0 0,1 0 1 0 0,-1 0-1 0 0,1 0 1 0 0,-1-1-1 0 0,0 0 1 0 0,0 1-1 0 0,0-1 1 0 0,0 0-1 0 0,0 0 1 0 0,0 0-1 0 0,-1 0 1 0 0,1 0-1 0 0,-1 0 1 0 0,1-1-1 0 0,1-4 1 0 0,2 0 31 0 0,-1-1 0 0 0,0 0 0 0 0,-1 0 0 0 0,1 0 0 0 0,3-16 0 0 0,-7 23-37 0 0,0-1 0 0 0,1 1 0 0 0,-1-1 0 0 0,0 1 0 0 0,1-1 0 0 0,-1 0 0 0 0,0 1 0 0 0,0-1 0 0 0,0 1 0 0 0,-1-1 0 0 0,1 1 0 0 0,0-1-1 0 0,-1 0 1 0 0,1 1 0 0 0,-1-1 0 0 0,1 1 0 0 0,-1 0 0 0 0,1-1 0 0 0,-1 1 0 0 0,0-1 0 0 0,0 1 0 0 0,0 0 0 0 0,0 0 0 0 0,0-1 0 0 0,0 1 0 0 0,0 0 0 0 0,0 0-1 0 0,-1 0 1 0 0,1 0 0 0 0,0 0 0 0 0,-1 0 0 0 0,1 1 0 0 0,0-1 0 0 0,-1 0 0 0 0,1 1 0 0 0,-1-1 0 0 0,1 1 0 0 0,-1 0 0 0 0,1-1 0 0 0,-1 1 0 0 0,-2 0 0 0 0,1 0-7 0 0,1 0 1 0 0,-1 0 0 0 0,0 0 0 0 0,1 1-1 0 0,-1-1 1 0 0,0 1 0 0 0,1 0 0 0 0,-1 0 0 0 0,1 0-1 0 0,-1 0 1 0 0,1 0 0 0 0,-1 0 0 0 0,1 1-1 0 0,0-1 1 0 0,0 1 0 0 0,-1 0 0 0 0,1 0 0 0 0,0-1-1 0 0,1 1 1 0 0,-1 1 0 0 0,0-1 0 0 0,1 0-1 0 0,-1 0 1 0 0,1 1 0 0 0,-1-1 0 0 0,0 3 0 0 0,-4 8 0 0 0,0 0 0 0 0,1 0 0 0 0,-6 23 0 0 0,11-36 3 0 0,0 1 0 0 0,-1 0 0 0 0,1-1 0 0 0,0 1-1 0 0,0 0 1 0 0,-1-1 0 0 0,1 1 0 0 0,0 0 0 0 0,0-1 0 0 0,0 1 0 0 0,0 0 0 0 0,0-1 0 0 0,0 1 0 0 0,0 0 0 0 0,0-1 0 0 0,0 1 0 0 0,0 0 0 0 0,0 0 0 0 0,0-1 0 0 0,1 1 0 0 0,-1 0 0 0 0,0-1 0 0 0,0 1 0 0 0,1-1 0 0 0,-1 1 0 0 0,0 0 0 0 0,1-1 0 0 0,-1 1 0 0 0,1-1 0 0 0,-1 1 0 0 0,1-1 0 0 0,-1 1 0 0 0,2 0 0 0 0,-1-1 4 0 0,1 0 0 0 0,0 0-1 0 0,-1 0 1 0 0,1 0 0 0 0,-1 0-1 0 0,1 0 1 0 0,0-1 0 0 0,-1 1 0 0 0,1 0-1 0 0,-1-1 1 0 0,1 0 0 0 0,-1 1 0 0 0,3-3-1 0 0,4 0 12 0 0,-1-2-1 0 0,0 1 1 0 0,0-1 0 0 0,0-1-1 0 0,9-9 1 0 0,-6 5-13 0 0,17-24 79 0 0,-26 33-78 0 0,0 0-1 0 0,0-1 0 0 0,0 1 1 0 0,0-1-1 0 0,-1 1 0 0 0,1-1 1 0 0,-1 1-1 0 0,1-1 0 0 0,-1 1 1 0 0,1-1-1 0 0,-1 0 1 0 0,0 1-1 0 0,0-1 0 0 0,0 0 1 0 0,0 1-1 0 0,0-1 0 0 0,0 0 1 0 0,0 1-1 0 0,-1-1 0 0 0,1 0 1 0 0,-1 1-1 0 0,0-3 1 0 0,-1 2-11 0 0,0 0 0 0 0,0 0 0 0 0,0 1 0 0 0,-1-1 0 0 0,1 0 0 0 0,-1 1 0 0 0,1-1 0 0 0,-1 1 1 0 0,1 0-1 0 0,-1 0 0 0 0,0 0 0 0 0,1 0 0 0 0,-1 1 0 0 0,0-1 0 0 0,0 1 0 0 0,0 0 0 0 0,0-1 1 0 0,1 1-1 0 0,-1 0 0 0 0,0 1 0 0 0,0-1 0 0 0,0 0 0 0 0,-5 3 0 0 0,6-2 5 0 0,1 0-1 0 0,-1 1 0 0 0,1-1 1 0 0,0 1-1 0 0,0 0 0 0 0,-1-1 1 0 0,1 1-1 0 0,0 0 0 0 0,0 0 1 0 0,0 0-1 0 0,1-1 0 0 0,-1 1 1 0 0,0 0-1 0 0,1 0 0 0 0,-1 0 1 0 0,1 1-1 0 0,0 3 0 0 0,-2 41 42 0 0,2-37-55 0 0,0-9 16 0 0,0-1 0 0 0,0 1 0 0 0,1-1 0 0 0,-1 1 0 0 0,0-1 0 0 0,0 1 0 0 0,0-1 0 0 0,1 1 0 0 0,-1-1 0 0 0,0 1 0 0 0,1-1 0 0 0,-1 1 0 0 0,0-1 0 0 0,1 0 0 0 0,-1 1 0 0 0,1-1 0 0 0,-1 0 0 0 0,1 1 0 0 0,-1-1 0 0 0,1 0 0 0 0,-1 1 0 0 0,1-1 0 0 0,-1 0 0 0 0,1 0 0 0 0,-1 0 0 0 0,1 1 0 0 0,-1-1 1 0 0,1 0-1 0 0,-1 0 0 0 0,1 0 0 0 0,-1 0 0 0 0,1 0 0 0 0,0 0 0 0 0,-1 0 0 0 0,1 0 0 0 0,-1 0 0 0 0,1 0 0 0 0,-1-1 0 0 0,1 1 0 0 0,-1 0 0 0 0,1 0 0 0 0,-1 0 0 0 0,1-1 0 0 0,-1 1 0 0 0,1 0 0 0 0,-1-1 0 0 0,1 1 0 0 0,0-1 0 0 0,24-12 24 0 0,-21 9-10 0 0,0 0 0 0 0,0 0 0 0 0,-1 0 0 0 0,1 0 0 0 0,-1-1 0 0 0,0 1 0 0 0,0-1 0 0 0,0 0 0 0 0,-1 1 0 0 0,0-1 0 0 0,0-1 0 0 0,0 1 0 0 0,-1 0 0 0 0,1 0 0 0 0,-1-1 0 0 0,0 1 0 0 0,-1 0 0 0 0,1-9 0 0 0,-2 13-14 0 0,1 0 1 0 0,0 0 0 0 0,-1 1-1 0 0,1-1 1 0 0,0 0 0 0 0,-1 0-1 0 0,1 0 1 0 0,-1 0 0 0 0,1 0-1 0 0,-1 1 1 0 0,0-1 0 0 0,1 0 0 0 0,-1 0-1 0 0,0 1 1 0 0,1-1 0 0 0,-1 0-1 0 0,0 1 1 0 0,0-1 0 0 0,0 1-1 0 0,0-1 1 0 0,1 1 0 0 0,-1 0-1 0 0,0-1 1 0 0,0 1 0 0 0,0 0-1 0 0,0-1 1 0 0,0 1 0 0 0,0 0 0 0 0,0 0-1 0 0,0 0 1 0 0,0 0 0 0 0,0 0-1 0 0,0 0 1 0 0,0 0 0 0 0,-1 1-1 0 0,-1-1-4 0 0,0 0-1 0 0,1 0 1 0 0,-1 0-1 0 0,0 1 0 0 0,1-1 1 0 0,-1 1-1 0 0,0 0 1 0 0,1 0-1 0 0,-1 0 1 0 0,1 0-1 0 0,0 0 0 0 0,-5 3 1 0 0,2 1 2 0 0,1 0-1 0 0,0 1 1 0 0,0 0 0 0 0,0-1-1 0 0,1 1 1 0 0,0 0 0 0 0,0 1 0 0 0,0-1-1 0 0,1 0 1 0 0,0 1 0 0 0,0 0-1 0 0,0-1 1 0 0,1 1 0 0 0,0 0-1 0 0,1 0 1 0 0,-1 0 0 0 0,2 8 0 0 0,-1-15 3 0 0,0 1 1 0 0,1 0-1 0 0,-1 0 1 0 0,0-1-1 0 0,1 1 1 0 0,-1 0-1 0 0,0-1 1 0 0,1 1-1 0 0,-1 0 1 0 0,1-1-1 0 0,-1 1 1 0 0,1-1-1 0 0,-1 1 1 0 0,1 0-1 0 0,0-1 1 0 0,-1 0-1 0 0,1 1 1 0 0,0-1-1 0 0,-1 1 1 0 0,1-1-1 0 0,0 0 1 0 0,0 1-1 0 0,-1-1 1 0 0,1 0-1 0 0,0 0 1 0 0,0 0-1 0 0,0 1 1 0 0,-1-1-1 0 0,1 0 1 0 0,0 0-1 0 0,0 0 1 0 0,0 0-1 0 0,-1-1 1 0 0,1 1-1 0 0,0 0 1 0 0,0 0-1 0 0,-1 0 1 0 0,1-1-1 0 0,0 1 1 0 0,0 0-1 0 0,-1-1 1 0 0,1 1-1 0 0,1-1 1 0 0,37-14 107 0 0,-37 14-100 0 0,3-3 23 0 0,0 0 0 0 0,-1-1 0 0 0,1 1 0 0 0,-1-1 0 0 0,0 0 0 0 0,-1 0 0 0 0,6-8 0 0 0,-6 8-10 0 0,-3 4-17 0 0,1 0-1 0 0,0 0 1 0 0,-1 1 0 0 0,1-1-1 0 0,-1 0 1 0 0,1 0-1 0 0,-1 0 1 0 0,0 0-1 0 0,1 0 1 0 0,-1 0 0 0 0,0 0-1 0 0,0 0 1 0 0,0 0-1 0 0,1 0 1 0 0,-1-1-1 0 0,0 1 1 0 0,0 0 0 0 0,-1 0-1 0 0,1 0 1 0 0,0 0-1 0 0,0 0 1 0 0,0 0-1 0 0,-1 0 1 0 0,1 0 0 0 0,-1 0-1 0 0,1 0 1 0 0,0 0-1 0 0,-1 0 1 0 0,0 1-1 0 0,1-1 1 0 0,-1 0 0 0 0,0 0-1 0 0,1 0 1 0 0,-1 1-1 0 0,-1-2 1 0 0,0 0-4 0 0,0 1 0 0 0,-1-1 0 0 0,1 1 0 0 0,0 0 0 0 0,-1 0 0 0 0,1 0 0 0 0,-1 0 0 0 0,1 0 0 0 0,-1 1 0 0 0,1-1 0 0 0,-1 1 0 0 0,-4-1 0 0 0,6 1-4 0 0,-1 0 1 0 0,1 0 0 0 0,-1 0 0 0 0,0 0 0 0 0,1 1 0 0 0,-1-1 0 0 0,1 0 0 0 0,-1 1 0 0 0,1-1 0 0 0,-1 1 0 0 0,1-1 0 0 0,-1 1 0 0 0,1 0 0 0 0,0-1 0 0 0,-1 1 0 0 0,1 0 0 0 0,0 0 0 0 0,0 0 0 0 0,-1 0 0 0 0,1 0 0 0 0,0 0 0 0 0,0 1 0 0 0,0-1 0 0 0,0 0-1 0 0,1 0 1 0 0,-1 1 0 0 0,0-1 0 0 0,0 1 0 0 0,1-1 0 0 0,-1 1 0 0 0,1-1 0 0 0,-1 1 0 0 0,1-1 0 0 0,-1 3 0 0 0,1-1-231 0 0,0-1-1 0 0,0 1 1 0 0,0-1 0 0 0,1 1-1 0 0,-1-1 1 0 0,0 0 0 0 0,1 1-1 0 0,-1-1 1 0 0,1 0 0 0 0,0 1-1 0 0,0-1 1 0 0,0 0-1 0 0,0 0 1 0 0,0 0 0 0 0,1 0-1 0 0,-1 0 1 0 0,1 0 0 0 0,-1 0-1 0 0,1 0 1 0 0,2 2 0 0 0,12 9-6719 0 0,-12-9 4100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8T09:40:17.862"/>
    </inkml:context>
    <inkml:brush xml:id="br0">
      <inkml:brushProperty name="width" value="0.05" units="cm"/>
      <inkml:brushProperty name="height" value="0.05" units="cm"/>
    </inkml:brush>
  </inkml:definitions>
  <inkml:trace contextRef="#ctx0" brushRef="#br0">196 153 1144 0 0,'0'0'776'0'0,"-9"-27"2597"0"0,-2 11-1225 0 0,11 15-2098 0 0,0 0-1 0 0,-1 0 1 0 0,1 0 0 0 0,-1 0 0 0 0,1 1 0 0 0,-1-1 0 0 0,0 0 0 0 0,1 0 0 0 0,-1 1 0 0 0,0-1 0 0 0,1 0 0 0 0,-1 1 0 0 0,0-1 0 0 0,0 0 0 0 0,0 1 0 0 0,1-1-1 0 0,-1 1 1 0 0,0-1 0 0 0,0 1 0 0 0,0 0 0 0 0,0-1 0 0 0,0 1 0 0 0,0 0 0 0 0,0 0 0 0 0,0 0 0 0 0,0 0 0 0 0,0 0 0 0 0,0 0 0 0 0,0 0 0 0 0,0 0 0 0 0,0 0 0 0 0,0 0-1 0 0,-1 1 1 0 0,-1-1-13 0 0,1 1 0 0 0,0 0 0 0 0,0 0-1 0 0,-1 0 1 0 0,1 0 0 0 0,0 0 0 0 0,0 0-1 0 0,0 1 1 0 0,0-1 0 0 0,0 1 0 0 0,1 0 0 0 0,-1-1-1 0 0,0 1 1 0 0,1 0 0 0 0,-1 0 0 0 0,1 0-1 0 0,0 0 1 0 0,-1 0 0 0 0,1 0 0 0 0,0 0-1 0 0,0 1 1 0 0,1-1 0 0 0,-1 0 0 0 0,0 0-1 0 0,1 1 1 0 0,-1 4 0 0 0,-1-1 148 0 0,1 1 0 0 0,0-1 0 0 0,0 1 0 0 0,0 0 1 0 0,1-1-1 0 0,0 1 0 0 0,0 0 0 0 0,1-1 0 0 0,2 12 0 0 0,-2-15-144 0 0,1 0 0 0 0,-1-1 0 0 0,1 1 0 0 0,0 0-1 0 0,0-1 1 0 0,0 1 0 0 0,0-1 0 0 0,0 0 0 0 0,0 0 0 0 0,0 0-1 0 0,1 0 1 0 0,-1 0 0 0 0,1 0 0 0 0,0-1 0 0 0,-1 1-1 0 0,1-1 1 0 0,0 0 0 0 0,0 0 0 0 0,0 0 0 0 0,0 0 0 0 0,0 0-1 0 0,0-1 1 0 0,0 1 0 0 0,6-1 0 0 0,-4 1-4 0 0,0-1 1 0 0,-1 0 0 0 0,1 0-1 0 0,0 0 1 0 0,-1-1-1 0 0,1 1 1 0 0,-1-1-1 0 0,1 0 1 0 0,-1-1-1 0 0,1 1 1 0 0,-1-1-1 0 0,0 0 1 0 0,1 0 0 0 0,-1 0-1 0 0,4-3 1 0 0,23-27 236 0 0,-28 29-253 0 0,-1-1 1 0 0,1 1-1 0 0,-1 0 0 0 0,0-1 0 0 0,-1 0 0 0 0,1 1 0 0 0,0-1 0 0 0,-1 0 0 0 0,0 0 1 0 0,0 0-1 0 0,0 0 0 0 0,0 0 0 0 0,-1 0 0 0 0,0 0 0 0 0,1 0 0 0 0,-1 0 0 0 0,-1 0 1 0 0,1 0-1 0 0,-2-7 0 0 0,0 8-18 0 0,1 1 1 0 0,-1-1-1 0 0,0 1 1 0 0,0-1-1 0 0,0 1 1 0 0,0 0-1 0 0,0 0 1 0 0,0 0-1 0 0,0 0 1 0 0,-1 0-1 0 0,1 1 0 0 0,-1-1 1 0 0,1 1-1 0 0,-1-1 1 0 0,0 1-1 0 0,0 0 1 0 0,0 0-1 0 0,1 0 1 0 0,-1 1-1 0 0,0-1 1 0 0,0 0-1 0 0,0 1 0 0 0,0 0 1 0 0,0 0-1 0 0,0 0 1 0 0,0 0-1 0 0,0 1 1 0 0,0-1-1 0 0,0 1 1 0 0,0-1-1 0 0,0 1 1 0 0,0 0-1 0 0,1 0 1 0 0,-1 0-1 0 0,0 1 0 0 0,1-1 1 0 0,-1 1-1 0 0,0-1 1 0 0,1 1-1 0 0,0 0 1 0 0,0 0-1 0 0,-1 0 1 0 0,1 0-1 0 0,0 1 1 0 0,0-1-1 0 0,-2 4 1 0 0,-70 96-52 0 0,72-99 53 0 0,-1 3 0 0 0,0-1-1 0 0,0 1 1 0 0,0 0 0 0 0,1 0-1 0 0,0 1 1 0 0,-2 10-1 0 0,4-16-2 0 0,0 0 0 0 0,0 0 0 0 0,0 0-1 0 0,0 0 1 0 0,0 0 0 0 0,0 0 0 0 0,0 0-1 0 0,0 0 1 0 0,1 0 0 0 0,-1 0 0 0 0,0 0-1 0 0,1 0 1 0 0,-1 0 0 0 0,1 0 0 0 0,-1 0-1 0 0,1 0 1 0 0,0 0 0 0 0,-1 0 0 0 0,2 1-1 0 0,0-1 6 0 0,0 0-1 0 0,0 0 1 0 0,0 0-1 0 0,-1 0 1 0 0,1 0-1 0 0,0-1 1 0 0,0 1 0 0 0,0-1-1 0 0,0 1 1 0 0,1-1-1 0 0,-1 0 1 0 0,0 1-1 0 0,0-1 1 0 0,2-1-1 0 0,5 0 30 0 0,0-1-1 0 0,0-1 1 0 0,0 1-1 0 0,0-2 1 0 0,-1 1-1 0 0,1-1 1 0 0,-1 0-1 0 0,0-1 1 0 0,12-9-1 0 0,-4 4 60 0 0,6-17 57 0 0,-19 24-141 0 0,-1 1 1 0 0,1-1 0 0 0,-1 0 0 0 0,0 1 0 0 0,0-1 0 0 0,0 0 0 0 0,-1 0 0 0 0,1 0-1 0 0,-1 0 1 0 0,1-1 0 0 0,-1 1 0 0 0,0 0 0 0 0,-1 0 0 0 0,1-1 0 0 0,0 1 0 0 0,-1-1-1 0 0,0 1 1 0 0,0-1 0 0 0,0 1 0 0 0,0 0 0 0 0,0-1 0 0 0,-2-6 0 0 0,1 7-6 0 0,1 1-1 0 0,-1-1 1 0 0,0 0 0 0 0,0 1 0 0 0,-1-1 0 0 0,1 1 0 0 0,0-1 0 0 0,-1 1-1 0 0,0 0 1 0 0,1 0 0 0 0,-1-1 0 0 0,0 1 0 0 0,0 0 0 0 0,0 1 0 0 0,-1-1-1 0 0,1 0 1 0 0,-3-1 0 0 0,2 1-5 0 0,-1 1-1 0 0,1 0 0 0 0,0 0 1 0 0,-1 1-1 0 0,1-1 0 0 0,-1 1 1 0 0,1 0-1 0 0,-1-1 0 0 0,1 1 1 0 0,0 1-1 0 0,-1-1 0 0 0,1 1 1 0 0,-1-1-1 0 0,1 1 0 0 0,0 0 1 0 0,-1 0-1 0 0,1 0 0 0 0,0 1 1 0 0,0-1-1 0 0,0 1 0 0 0,0 0 1 0 0,0-1-1 0 0,0 1 0 0 0,0 1 1 0 0,1-1-1 0 0,-1 0 0 0 0,1 1 1 0 0,0-1-1 0 0,-1 1 1 0 0,-1 3-1 0 0,-14 13-2 0 0,1-2 3 0 0,7-4-10 0 0,6-8 7 0 0,0 1 0 0 0,1-1 0 0 0,-1 0-1 0 0,1 1 1 0 0,0 0 0 0 0,0-1 0 0 0,1 1-1 0 0,0 0 1 0 0,0 1 0 0 0,0-1 0 0 0,1 0-1 0 0,-1 7 1 0 0,2-12 3 0 0,1 0-1 0 0,-1 0 0 0 0,1-1 1 0 0,-1 1-1 0 0,1 0 1 0 0,0-1-1 0 0,-1 1 0 0 0,1-1 1 0 0,0 1-1 0 0,-1-1 0 0 0,1 1 1 0 0,0-1-1 0 0,0 1 1 0 0,-1-1-1 0 0,1 0 0 0 0,0 1 1 0 0,0-1-1 0 0,0 0 1 0 0,-1 0-1 0 0,1 0 0 0 0,0 1 1 0 0,0-1-1 0 0,0 0 1 0 0,0 0-1 0 0,0 0 0 0 0,-1-1 1 0 0,1 1-1 0 0,0 0 1 0 0,0 0-1 0 0,0 0 0 0 0,0-1 1 0 0,0 1-1 0 0,-1 0 0 0 0,1-1 1 0 0,1 0-1 0 0,28-7 49 0 0,-24 4-44 0 0,-1 0-1 0 0,1-1 1 0 0,-1 1 0 0 0,0-1 0 0 0,0 0 0 0 0,8-11 0 0 0,11-10 28 0 0,-19 20-6 0 0,0 0 1 0 0,0-1-1 0 0,-1 0 1 0 0,0 1-1 0 0,0-1 1 0 0,0-1-1 0 0,4-13 1 0 0,-5 14-16 0 0,-2 3-9 0 0,0-1 0 0 0,0 0 0 0 0,0 1 0 0 0,-1-1 0 0 0,0 1 0 0 0,0-1 0 0 0,0 0 1 0 0,0 1-1 0 0,-2-7 0 0 0,2 11-5 0 0,0-1 0 0 0,0 0 0 0 0,-1 0 1 0 0,1 1-1 0 0,0-1 0 0 0,0 0 0 0 0,0 1 0 0 0,-1-1 0 0 0,1 0 0 0 0,0 1 1 0 0,-1-1-1 0 0,1 0 0 0 0,-1 1 0 0 0,1-1 0 0 0,-1 1 0 0 0,1-1 1 0 0,-1 1-1 0 0,1-1 0 0 0,-1 1 0 0 0,1-1 0 0 0,-2 0 0 0 0,1 1 0 0 0,0 0 0 0 0,0 1 0 0 0,0-1-1 0 0,0 0 1 0 0,1 1 0 0 0,-1-1-1 0 0,0 1 1 0 0,0-1 0 0 0,0 1 0 0 0,1-1-1 0 0,-1 1 1 0 0,0 0 0 0 0,1-1-1 0 0,-1 1 1 0 0,0 0 0 0 0,1-1 0 0 0,-1 1-1 0 0,1 0 1 0 0,-1 0 0 0 0,1-1-1 0 0,-1 1 1 0 0,1 0 0 0 0,-1 1 0 0 0,-27 41-5 0 0,19-30 0 0 0,0 0-1 0 0,1 1 1 0 0,-10 21 0 0 0,8-13-3 0 0,8-17 5 0 0,-1-1-1 0 0,1 1 1 0 0,0 0 0 0 0,1 0-1 0 0,-1 0 1 0 0,1 0 0 0 0,-1 10 0 0 0,2-14 7 0 0,1-1 0 0 0,-1 1 0 0 0,1 0 0 0 0,-1 0 1 0 0,1-1-1 0 0,-1 1 0 0 0,1 0 0 0 0,-1-1 0 0 0,1 1 0 0 0,0 0 1 0 0,-1-1-1 0 0,1 1 0 0 0,0-1 0 0 0,-1 1 0 0 0,1-1 1 0 0,0 0-1 0 0,0 1 0 0 0,0-1 0 0 0,0 0 0 0 0,-1 1 1 0 0,1-1-1 0 0,0 0 0 0 0,0 0 0 0 0,0 0 0 0 0,0 0 1 0 0,0 0-1 0 0,0 0 0 0 0,-1 0 0 0 0,1 0 0 0 0,0 0 1 0 0,0 0-1 0 0,1-1 0 0 0,32-5 11 0 0,-26 2-1 0 0,0-1 0 0 0,0-1 1 0 0,0 1-1 0 0,-1-1 0 0 0,0-1 0 0 0,0 1 0 0 0,0-1 1 0 0,-1-1-1 0 0,0 1 0 0 0,-1-1 0 0 0,0 0 1 0 0,0 0-1 0 0,0 0 0 0 0,-1-1 0 0 0,0 0 0 0 0,-1 0 1 0 0,4-13-1 0 0,-6 18-7 0 0,-1-1-1 0 0,1 1 1 0 0,0-1 0 0 0,-1 1 0 0 0,0-1 0 0 0,0 0 0 0 0,-1 1-1 0 0,1-1 1 0 0,-1 1 0 0 0,0-1 0 0 0,0 1 0 0 0,0-1 0 0 0,-1 1-1 0 0,0 0 1 0 0,1 0 0 0 0,-2-1 0 0 0,1 1 0 0 0,0 1 0 0 0,-1-1-1 0 0,-4-5 1 0 0,6 8-5 0 0,0 0 0 0 0,0 0 0 0 0,-1 1 0 0 0,1-1 0 0 0,0 0 0 0 0,-1 0 0 0 0,1 1 0 0 0,-1-1 0 0 0,1 1 0 0 0,-1 0 0 0 0,1-1 0 0 0,-1 1 0 0 0,1 0 0 0 0,-1 0 0 0 0,0 0 0 0 0,1 0 0 0 0,-1 0 0 0 0,1 0 0 0 0,-1 0 0 0 0,1 0 0 0 0,-1 1 0 0 0,1-1 0 0 0,-1 1 0 0 0,1-1 0 0 0,-1 1 0 0 0,1-1 0 0 0,-1 1 0 0 0,1 0 0 0 0,0 0 0 0 0,-1 0 0 0 0,1 0 0 0 0,0 0 0 0 0,0 0 0 0 0,0 0 0 0 0,0 0 0 0 0,0 0 0 0 0,0 1 0 0 0,0-1 0 0 0,0 0 0 0 0,-1 3 0 0 0,-7 7-4 0 0,1 2-1 0 0,0-1 1 0 0,1 2-1 0 0,0-1 1 0 0,1 0-1 0 0,1 1 1 0 0,0 0-1 0 0,0 1 1 0 0,2-1-1 0 0,0 1 1 0 0,0-1-1 0 0,0 18 1 0 0,3-31 5 0 0,0 0 0 0 0,0 0 0 0 0,0-1 1 0 0,0 1-1 0 0,0 0 0 0 0,0 0 1 0 0,0 0-1 0 0,1 0 0 0 0,-1-1 0 0 0,0 1 1 0 0,0 0-1 0 0,1 0 0 0 0,-1 0 1 0 0,0-1-1 0 0,1 1 0 0 0,-1 0 0 0 0,1 0 1 0 0,-1-1-1 0 0,1 1 0 0 0,-1 0 1 0 0,1-1-1 0 0,0 1 0 0 0,-1-1 0 0 0,1 1 1 0 0,0-1-1 0 0,-1 1 0 0 0,1-1 1 0 0,0 1-1 0 0,0-1 0 0 0,0 0 1 0 0,-1 0-1 0 0,1 1 0 0 0,0-1 0 0 0,0 0 1 0 0,0 0-1 0 0,0 0 0 0 0,-1 0 1 0 0,1 0-1 0 0,0 0 0 0 0,0 0 0 0 0,0 0 1 0 0,0 0-1 0 0,-1 0 0 0 0,1 0 1 0 0,0 0-1 0 0,0-1 0 0 0,0 1 0 0 0,0-1 1 0 0,4 0 8 0 0,-1 0-1 0 0,0-1 1 0 0,0 0 0 0 0,0 0 0 0 0,0 0 0 0 0,-1 0 0 0 0,1 0 0 0 0,4-5 0 0 0,0-1-6 0 0,-2 0 0 0 0,0-1 0 0 0,0 1 0 0 0,0-1 0 0 0,-1 0 0 0 0,0-1 0 0 0,-1 1 0 0 0,0-1 0 0 0,0 0 0 0 0,-1 0 0 0 0,-1 0 0 0 0,0-1 1 0 0,0 1-1 0 0,-1-1 0 0 0,0 1 0 0 0,-1-20 0 0 0,0 29-4 0 0,0 0-1 0 0,0 0 1 0 0,0-1 0 0 0,0 1 0 0 0,0 0-1 0 0,0-1 1 0 0,0 1 0 0 0,-1 0 0 0 0,1 0 0 0 0,0 0-1 0 0,-1-1 1 0 0,1 1 0 0 0,-1 0 0 0 0,1 0-1 0 0,-1 0 1 0 0,0 0 0 0 0,1 0 0 0 0,-1 0-1 0 0,0 0 1 0 0,0 0 0 0 0,0 0 0 0 0,0 0 0 0 0,0 0-1 0 0,0 0 1 0 0,0 1 0 0 0,0-1 0 0 0,0 0-1 0 0,0 1 1 0 0,0-1 0 0 0,0 1 0 0 0,-1-1 0 0 0,1 1-1 0 0,0 0 1 0 0,0-1 0 0 0,0 1 0 0 0,-1 0-1 0 0,1 0 1 0 0,0 0 0 0 0,-1 0 0 0 0,1 0-1 0 0,0 0 1 0 0,0 0 0 0 0,-1 0 0 0 0,1 1 0 0 0,-2-1-1 0 0,-1 1-6 0 0,0 0 0 0 0,-1 1 0 0 0,1-1 0 0 0,0 1 0 0 0,0 0 0 0 0,0 0 0 0 0,0 0 0 0 0,0 0 0 0 0,0 1 0 0 0,1-1 0 0 0,-4 5 0 0 0,-66 91-62 0 0,69-92 69 0 0,1 0-1 0 0,0 1 1 0 0,0-1 0 0 0,0 1 0 0 0,1 0 0 0 0,0-1 0 0 0,0 1-1 0 0,1 0 1 0 0,0 1 0 0 0,0-1 0 0 0,1 0 0 0 0,-1 0-1 0 0,2 8 1 0 0,0-13 1 0 0,0-1 1 0 0,0 0-1 0 0,-1 0 0 0 0,1 1 0 0 0,0-1 1 0 0,1 0-1 0 0,-1 0 0 0 0,0 0 0 0 0,0 0 0 0 0,0 0 1 0 0,1 0-1 0 0,-1 0 0 0 0,0-1 0 0 0,1 1 1 0 0,-1 0-1 0 0,1-1 0 0 0,-1 1 0 0 0,1-1 1 0 0,-1 1-1 0 0,1-1 0 0 0,-1 0 0 0 0,1 0 0 0 0,-1 0 1 0 0,1 0-1 0 0,-1 0 0 0 0,3 0 0 0 0,1 0 8 0 0,1 0-1 0 0,-1 0 0 0 0,0-1 0 0 0,1 0 0 0 0,-1 0 1 0 0,8-2-1 0 0,-5-2-5 0 0,0 0 1 0 0,0 0 0 0 0,-1-1-1 0 0,0 0 1 0 0,0 0 0 0 0,0-1-1 0 0,-1 1 1 0 0,8-11-1 0 0,10-10 28 0 0,-18 19-19 0 0,0-1 0 0 0,-1 0 0 0 0,0 0 0 0 0,0-1 0 0 0,-1 0 0 0 0,0 0 0 0 0,-1 0 0 0 0,0 0 0 0 0,2-13 0 0 0,-4 19-10 0 0,-1 0 0 0 0,1 0 0 0 0,-1 0 1 0 0,1 0-1 0 0,-1 0 0 0 0,0 0 0 0 0,-1 0 1 0 0,1 0-1 0 0,-1 0 0 0 0,0 0 0 0 0,0 0 1 0 0,-2-6-1 0 0,2 9-5 0 0,0 0 1 0 0,0 0-1 0 0,0 0 0 0 0,0 0 1 0 0,0 0-1 0 0,-1 0 1 0 0,1 0-1 0 0,0 0 0 0 0,0 1 1 0 0,-1-1-1 0 0,1 0 0 0 0,-1 1 1 0 0,1-1-1 0 0,0 1 1 0 0,-1-1-1 0 0,1 1 0 0 0,-1 0 1 0 0,1 0-1 0 0,-1 0 0 0 0,1 0 1 0 0,-1 0-1 0 0,1 0 0 0 0,-1 0 1 0 0,1 0-1 0 0,-1 0 1 0 0,1 1-1 0 0,-1-1 0 0 0,1 1 1 0 0,-1-1-1 0 0,1 1 0 0 0,0 0 1 0 0,-1-1-1 0 0,-1 3 1 0 0,-3 0-5 0 0,0 1 1 0 0,1 0 0 0 0,0 0 0 0 0,0 0-1 0 0,0 0 1 0 0,0 1 0 0 0,1 0 0 0 0,0 0 0 0 0,0 1-1 0 0,0-1 1 0 0,1 1 0 0 0,-5 7 0 0 0,-20 29-19 0 0,22-34 20 0 0,0 0-1 0 0,1 0 0 0 0,0 1 1 0 0,1 0-1 0 0,-1 0 0 0 0,2 0 1 0 0,-1 0-1 0 0,1 0 1 0 0,1 1-1 0 0,0-1 0 0 0,0 1 1 0 0,1 0-1 0 0,-1 12 1 0 0,2-21 5 0 0,0 0 0 0 0,1 0 0 0 0,-1 0 0 0 0,0-1 1 0 0,0 1-1 0 0,1 0 0 0 0,-1 0 0 0 0,0-1 0 0 0,1 1 1 0 0,-1 0-1 0 0,1 0 0 0 0,-1-1 0 0 0,1 1 0 0 0,-1-1 1 0 0,1 1-1 0 0,0 0 0 0 0,-1-1 0 0 0,1 1 0 0 0,0-1 1 0 0,-1 1-1 0 0,1-1 0 0 0,0 0 0 0 0,0 1 1 0 0,-1-1-1 0 0,1 0 0 0 0,0 1 0 0 0,0-1 0 0 0,0 0 1 0 0,-1 0-1 0 0,1 0 0 0 0,0 0 0 0 0,0 0 0 0 0,0 0 1 0 0,0 0-1 0 0,-1 0 0 0 0,1 0 0 0 0,0 0 0 0 0,0 0 1 0 0,0 0-1 0 0,0-1 0 0 0,0 1 0 0 0,33-11 78 0 0,-25 2-64 0 0,-1 1-1 0 0,1-1 0 0 0,-2 0 1 0 0,1 0-1 0 0,-1-1 0 0 0,-1 0 1 0 0,10-21-1 0 0,-9 19-15 0 0,-4 4 16 0 0,1 1 0 0 0,-1-1 0 0 0,-1 0 0 0 0,1-1 0 0 0,1-13 0 0 0,-3 18-15 0 0,0 1 1 0 0,-1-1-1 0 0,0 0 0 0 0,0 1 0 0 0,0-1 1 0 0,0 0-1 0 0,0 1 0 0 0,-1-1 1 0 0,0 0-1 0 0,1 1 0 0 0,-1-1 0 0 0,-1 1 1 0 0,1-1-1 0 0,0 1 0 0 0,-4-6 0 0 0,4 8 1 0 0,-1 0-1 0 0,1-1 0 0 0,0 1 0 0 0,-1 0 0 0 0,0 0 0 0 0,1 0 0 0 0,-1 0 0 0 0,1 0 1 0 0,-1 0-1 0 0,0 1 0 0 0,0-1 0 0 0,0 1 0 0 0,1-1 0 0 0,-1 1 0 0 0,0-1 0 0 0,0 1 0 0 0,0 0 1 0 0,0 0-1 0 0,0 0 0 0 0,1 0 0 0 0,-1 0 0 0 0,0 1 0 0 0,0-1 0 0 0,0 0 0 0 0,0 1 0 0 0,0-1 1 0 0,1 1-1 0 0,-1 0 0 0 0,-3 1 0 0 0,-2 2-16 0 0,0 0 0 0 0,0 0 0 0 0,0 0 0 0 0,1 1 0 0 0,-9 7 1 0 0,1 1 9 0 0,0 1 1 0 0,1 1 0 0 0,0-1 0 0 0,1 2 0 0 0,1 0 0 0 0,0 0 0 0 0,1 1-1 0 0,1 1 1 0 0,-14 35 0 0 0,22-48 6 0 0,-1-1 0 0 0,1 0 0 0 0,0 1-1 0 0,1-1 1 0 0,-1 1 0 0 0,1-1 0 0 0,0 1-1 0 0,0 0 1 0 0,0-1 0 0 0,1 1 0 0 0,1 5 0 0 0,-1-8 2 0 0,-1-1 1 0 0,1 1 0 0 0,0 0-1 0 0,1-1 1 0 0,-1 1 0 0 0,0-1 0 0 0,0 1-1 0 0,1-1 1 0 0,-1 1 0 0 0,0-1-1 0 0,1 0 1 0 0,0 0 0 0 0,-1 0 0 0 0,1 0-1 0 0,0 0 1 0 0,-1 0 0 0 0,1 0-1 0 0,0 0 1 0 0,0-1 0 0 0,0 1 0 0 0,0-1-1 0 0,-1 1 1 0 0,1-1 0 0 0,0 0-1 0 0,0 0 1 0 0,0 0 0 0 0,0 0-1 0 0,3 0 1 0 0,1-1-4 0 0,0 1 0 0 0,0-1 0 0 0,-1 0 0 0 0,1 0 0 0 0,0-1 0 0 0,-1 0 0 0 0,1 0 0 0 0,-1 0 0 0 0,0-1 0 0 0,0 1 0 0 0,0-1 0 0 0,8-6 0 0 0,2-4 10 0 0,-1 1 0 0 0,18-20 0 0 0,-14 12 8 0 0,-4 7-2 0 0,-10 11-11 0 0,-1-1 1 0 0,0 0-1 0 0,1 0 1 0 0,-1 0-1 0 0,0 0 1 0 0,-1 0 0 0 0,1-1-1 0 0,-1 1 1 0 0,1-1-1 0 0,-1 0 1 0 0,0 1 0 0 0,0-1-1 0 0,-1 0 1 0 0,1 0-1 0 0,1-7 1 0 0,1-25 21 0 0,-2 27-16 0 0,0 0 0 0 0,-1 0 0 0 0,-1 0 0 0 0,0-12 0 0 0,0 19-9 0 0,0 0 0 0 0,-1 0 0 0 0,1 0 0 0 0,-1 1 0 0 0,1-1 0 0 0,-1 0 0 0 0,1 0 0 0 0,-1 0 0 0 0,0 1 0 0 0,0-1 1 0 0,0 1-1 0 0,0-1 0 0 0,0 1 0 0 0,0-1 0 0 0,-1 1 0 0 0,1-1 0 0 0,0 1 0 0 0,-1 0 0 0 0,1 0 0 0 0,-1 0 0 0 0,1 0 1 0 0,-1 0-1 0 0,1 0 0 0 0,-1 0 0 0 0,-2-1 0 0 0,-34-6-78 0 0,36 8 75 0 0,1-1-1 0 0,-1 1 0 0 0,0 0 1 0 0,0 0-1 0 0,0 1 0 0 0,1-1 0 0 0,-1 0 1 0 0,0 0-1 0 0,0 1 0 0 0,1-1 1 0 0,-1 1-1 0 0,0 0 0 0 0,1-1 0 0 0,-1 1 1 0 0,1 0-1 0 0,-1 0 0 0 0,1 0 1 0 0,-1 0-1 0 0,-1 2 0 0 0,-5 6-15 0 0,-17 21-40 0 0,-36 57 0 0 0,54-77 55 0 0,1 1 0 0 0,1-1 0 0 0,0 1-1 0 0,1 1 1 0 0,0-1 0 0 0,0 1 0 0 0,1 0-1 0 0,1 0 1 0 0,0 0 0 0 0,0 15 0 0 0,2-25 2 0 0,0-1 1 0 0,1 0-1 0 0,-1 1 1 0 0,1-1-1 0 0,-1 0 1 0 0,1 0-1 0 0,0 1 1 0 0,0-1-1 0 0,-1 0 1 0 0,1 0-1 0 0,0 0 1 0 0,0 0-1 0 0,0 0 1 0 0,0 0-1 0 0,0 0 1 0 0,0 0-1 0 0,1-1 1 0 0,-1 1-1 0 0,0 0 1 0 0,0-1 0 0 0,0 1-1 0 0,1 0 1 0 0,-1-1-1 0 0,0 0 1 0 0,1 1-1 0 0,-1-1 1 0 0,1 0-1 0 0,-1 0 1 0 0,0 0-1 0 0,1 0 1 0 0,-1 0-1 0 0,3 0 1 0 0,1 1 3 0 0,0-1 1 0 0,1 0-1 0 0,-1-1 0 0 0,1 1 1 0 0,-1-1-1 0 0,9-2 1 0 0,-10 1-5 0 0,-1 0 0 0 0,0 0 0 0 0,1-1 0 0 0,-1 1 0 0 0,0-1 1 0 0,0 0-1 0 0,0 0 0 0 0,4-6 0 0 0,3-2 34 0 0,-2 3-25 0 0,-1 0-1 0 0,0 0 1 0 0,0-1-1 0 0,-1 0 1 0 0,0 0 0 0 0,0-1-1 0 0,-1 1 1 0 0,-1-1-1 0 0,0 0 1 0 0,0-1 0 0 0,-1 1-1 0 0,0 0 1 0 0,0-1-1 0 0,-2 0 1 0 0,1 0-1 0 0,-1 0 1 0 0,-1 0 0 0 0,0-13-1 0 0,-1 20 0 0 0,1 0-1 0 0,-1 1 1 0 0,0-1-1 0 0,0 0 1 0 0,0 1-1 0 0,-1-1 1 0 0,1 1 0 0 0,-1-1-1 0 0,1 1 1 0 0,-1 0-1 0 0,0 0 1 0 0,-5-6-1 0 0,6 8-6 0 0,0-1-1 0 0,-1 1 0 0 0,1-1 1 0 0,0 1-1 0 0,-1-1 0 0 0,1 1 1 0 0,-1 0-1 0 0,0-1 0 0 0,1 1 1 0 0,-1 0-1 0 0,0 0 0 0 0,0 1 1 0 0,1-1-1 0 0,-1 0 0 0 0,0 0 1 0 0,0 1-1 0 0,0-1 0 0 0,0 1 1 0 0,0 0-1 0 0,0 0 0 0 0,0-1 1 0 0,0 1-1 0 0,-3 1 1 0 0,-4 4-14 0 0,0 0 0 0 0,0 1 1 0 0,1 0-1 0 0,0 1 1 0 0,0 0-1 0 0,0 0 1 0 0,1 1-1 0 0,-12 16 1 0 0,2-4-7 0 0,6-8-5 0 0,0 1 0 0 0,2 1-1 0 0,-17 28 1 0 0,23-37 26 0 0,0 0-1 0 0,1 1 1 0 0,-1 0 0 0 0,1-1-1 0 0,1 1 1 0 0,-1 0-1 0 0,1 0 1 0 0,0 0 0 0 0,0 0-1 0 0,1 0 1 0 0,-1 0-1 0 0,2 0 1 0 0,-1 0 0 0 0,2 9-1 0 0,-2-13 2 0 0,1-1-1 0 0,0 1 1 0 0,-1-1 0 0 0,1 1-1 0 0,0-1 1 0 0,0 1-1 0 0,0-1 1 0 0,0 0 0 0 0,0 1-1 0 0,0-1 1 0 0,0 0-1 0 0,0 0 1 0 0,1 0 0 0 0,-1 0-1 0 0,0 0 1 0 0,1 0-1 0 0,-1 0 1 0 0,1 0 0 0 0,-1 0-1 0 0,1-1 1 0 0,-1 1-1 0 0,1-1 1 0 0,-1 1 0 0 0,4 0-1 0 0,39 0 16 0 0,-42-1-16 0 0,2-3 7 0 0,1 1 1 0 0,-1-1 0 0 0,0 0-1 0 0,0 0 1 0 0,0 0 0 0 0,0-1 0 0 0,-1 1-1 0 0,6-8 1 0 0,11-30 33 0 0,-15 33-36 0 0,-1 0 0 0 0,1 0-1 0 0,-2-1 1 0 0,1 0-1 0 0,-1 0 1 0 0,-1 0 0 0 0,0 0-1 0 0,0 0 1 0 0,0 0 0 0 0,-1-16-1 0 0,-1 22-5 0 0,0 0 1 0 0,0 0-1 0 0,0 1 0 0 0,-1-1 0 0 0,1 0 1 0 0,-1 0-1 0 0,0 0 0 0 0,0 0 0 0 0,0 1 1 0 0,0-1-1 0 0,0 0 0 0 0,-1 1 0 0 0,1-1 1 0 0,-1 1-1 0 0,-3-5 0 0 0,4 6-3 0 0,-1 0 1 0 0,1 1-1 0 0,0-1 0 0 0,-1 0 1 0 0,1 1-1 0 0,0-1 0 0 0,-1 0 1 0 0,1 1-1 0 0,-1 0 0 0 0,1-1 1 0 0,-1 1-1 0 0,1 0 0 0 0,-1 0 1 0 0,1 0-1 0 0,-1-1 0 0 0,1 2 1 0 0,-1-1-1 0 0,1 0 0 0 0,-1 0 1 0 0,1 0-1 0 0,-1 1 0 0 0,1-1 1 0 0,-1 1-1 0 0,1-1 0 0 0,0 1 1 0 0,-1 0-1 0 0,1-1 0 0 0,0 1 1 0 0,-1 0-1 0 0,1 0 0 0 0,0 0 1 0 0,0 0-1 0 0,-2 2 0 0 0,-9 7-21 0 0,1 0-1 0 0,0 1 1 0 0,1 1-1 0 0,0-1 1 0 0,1 2-1 0 0,0-1 1 0 0,1 1-1 0 0,0 1 1 0 0,1-1-1 0 0,1 1 0 0 0,-8 25 1 0 0,13-37 23 0 0,0 1 1 0 0,1-1-1 0 0,0 1 1 0 0,0 0 0 0 0,0-1-1 0 0,0 1 1 0 0,0 0-1 0 0,0-1 1 0 0,1 1-1 0 0,-1 0 1 0 0,1-1-1 0 0,0 1 1 0 0,-1-1-1 0 0,1 1 1 0 0,1-1 0 0 0,-1 0-1 0 0,0 1 1 0 0,0-1-1 0 0,1 0 1 0 0,0 0-1 0 0,-1 0 1 0 0,1 0-1 0 0,0 0 1 0 0,0 0 0 0 0,0 0-1 0 0,0 0 1 0 0,0-1-1 0 0,0 1 1 0 0,1-1-1 0 0,-1 0 1 0 0,0 0-1 0 0,1 0 1 0 0,-1 0-1 0 0,1 0 1 0 0,-1 0 0 0 0,1 0-1 0 0,-1-1 1 0 0,1 0-1 0 0,0 1 1 0 0,-1-1-1 0 0,1 0 1 0 0,0 0-1 0 0,-1 0 1 0 0,1-1-1 0 0,0 1 1 0 0,-1-1 0 0 0,1 1-1 0 0,-1-1 1 0 0,1 0-1 0 0,-1 0 1 0 0,1 0-1 0 0,4-3 1 0 0,-3 1 20 0 0,1 0 1 0 0,-1 0 0 0 0,0 0-1 0 0,0-1 1 0 0,0 0 0 0 0,0 0-1 0 0,0 0 1 0 0,-1 0-1 0 0,0-1 1 0 0,4-6 0 0 0,-4 7 7 0 0,-2 1-27 0 0,0 1 0 0 0,0 0 0 0 0,0-1 0 0 0,0 0 0 0 0,0 1 0 0 0,-1-1 0 0 0,1 1 0 0 0,-1-1 0 0 0,0 0 0 0 0,0 1 0 0 0,0-1 0 0 0,0 0 0 0 0,0 1 0 0 0,0-1 0 0 0,-1 0 0 0 0,0 1 0 0 0,1-1 0 0 0,-1 1 0 0 0,0-1 0 0 0,0 1 0 0 0,0-1 0 0 0,0 1 0 0 0,-1 0 0 0 0,1 0 0 0 0,-1-1 0 0 0,1 1 0 0 0,-1 0 0 0 0,-2-2 0 0 0,2 2-7 0 0,1 0 0 0 0,-1 0-1 0 0,0 1 1 0 0,0-1 0 0 0,0 0 0 0 0,0 1 0 0 0,0-1 0 0 0,0 1 0 0 0,0 0 0 0 0,0 0 0 0 0,0 0 0 0 0,-1 0 0 0 0,1 0 0 0 0,0 0 0 0 0,-1 1 0 0 0,1-1 0 0 0,-1 1 0 0 0,1-1 0 0 0,-1 1-1 0 0,1 0 1 0 0,-1 0 0 0 0,1 0 0 0 0,-1 1 0 0 0,1-1 0 0 0,0 0 0 0 0,-1 1 0 0 0,1 0 0 0 0,-1-1 0 0 0,1 1 0 0 0,-3 2 0 0 0,0 0-4 0 0,0 1-1 0 0,1 0 1 0 0,-1 0 0 0 0,1 0 0 0 0,0 0-1 0 0,1 1 1 0 0,-6 6 0 0 0,8-9-193 0 0,0 0 1 0 0,0-1-1 0 0,0 1 0 0 0,0 0 0 0 0,0 0 1 0 0,0 0-1 0 0,0 0 0 0 0,1 0 0 0 0,-1 0 1 0 0,0 0-1 0 0,1 0 0 0 0,0 0 0 0 0,0 0 1 0 0,-1 0-1 0 0,1 0 0 0 0,0 0 0 0 0,0 0 1 0 0,1 0-1 0 0,-1 0 0 0 0,0 0 0 0 0,1 0 1 0 0,0 0-1 0 0,-1 0 0 0 0,2 3 0 0 0,1-3-479 0 0,0 1-1 0 0,0-1 0 0 0,0 0 0 0 0,0 0 1 0 0,0 0-1 0 0,1 0 0 0 0,-1-1 0 0 0,1 0 1 0 0,-1 1-1 0 0,1-1 0 0 0,0 0 0 0 0,3 0 1 0 0,11 1-1329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09:40:22.814"/>
    </inkml:context>
    <inkml:brush xml:id="br0">
      <inkml:brushProperty name="width" value="0.05" units="cm"/>
      <inkml:brushProperty name="height" value="0.05" units="cm"/>
    </inkml:brush>
  </inkml:definitions>
  <inkml:trace contextRef="#ctx0" brushRef="#br0">33 0 15188,'-33'7320'0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08T09:40:34.501"/>
    </inkml:context>
    <inkml:brush xml:id="br0">
      <inkml:brushProperty name="width" value="0.05" units="cm"/>
      <inkml:brushProperty name="height" value="0.05" units="cm"/>
    </inkml:brush>
  </inkml:definitions>
  <inkml:trace contextRef="#ctx0" brushRef="#br0">1 1 1632 0 0,'0'0'709'0'0,"0"46"3128"0"0,4 114 1103 0 0,4-149-4920 0 0,-7-11-15 0 0,-1 0-1 0 0,0 1 1 0 0,0-1 0 0 0,0 0 0 0 0,0 0 0 0 0,1 0 0 0 0,-1 0-1 0 0,0 0 1 0 0,0 0 0 0 0,0 0 0 0 0,1 1 0 0 0,-1-1-1 0 0,0 0 1 0 0,0 0 0 0 0,1 0 0 0 0,-1 0 0 0 0,0 0 0 0 0,0 0-1 0 0,0 0 1 0 0,1 0 0 0 0,-1 0 0 0 0,0 0 0 0 0,0 0 0 0 0,1 0-1 0 0,-1 0 1 0 0,0 0 0 0 0,0-1 0 0 0,0 1 0 0 0,1 0 0 0 0,-1 0-1 0 0,0 0 1 0 0,0 0 0 0 0,0 0 0 0 0,1 0 0 0 0,-1 0 0 0 0,0-1-1 0 0,0 1 1 0 0,0 0 0 0 0,0 0 0 0 0,0 0 0 0 0,1 0-1 0 0,-1-1 1 0 0,0 1 0 0 0,0 0 0 0 0,0 0 0 0 0,0 0 0 0 0,0-1-1 0 0,0 1 1 0 0,0 0 0 0 0,0 0 0 0 0,0 0 0 0 0,0-1 0 0 0,0 1-1 0 0,0 0 1 0 0,0 0 0 0 0,0-1 0 0 0,0 1 0 0 0,0 0 0 0 0,0 0-1 0 0,0 0 1 0 0,0-1 0 0 0,0 1 19 0 0,23-46 137 0 0,-11 30-144 0 0,1 1 0 0 0,0 0 0 0 0,30-25 0 0 0,-14 14 63 0 0,-26 23-123 0 0,14-13 108 0 0,-17 15-77 0 0,0 1 0 0 0,0 0 0 0 0,0 0 0 0 0,0 0 0 0 0,1-1 0 0 0,-1 1 0 0 0,0 0 1 0 0,0 0-1 0 0,0 0 0 0 0,0-1 0 0 0,0 1 0 0 0,0 0 0 0 0,1 0 0 0 0,-1 0 0 0 0,0-1 0 0 0,0 1 0 0 0,0 0 0 0 0,0 0 0 0 0,1 0 1 0 0,-1 0-1 0 0,0 0 0 0 0,0 0 0 0 0,0 0 0 0 0,1-1 0 0 0,-1 1 0 0 0,0 0 0 0 0,0 0 0 0 0,1 0 0 0 0,-1 0 0 0 0,0 0 0 0 0,0 0 1 0 0,1 0-1 0 0,-1 0 0 0 0,0 0 0 0 0,0 0 0 0 0,0 0 0 0 0,1 0 0 0 0,-1 0 0 0 0,0 0 0 0 0,0 0 0 0 0,1 1 0 0 0,-1-1 0 0 0,0 0 1 0 0,0 0-1 0 0,0 0 0 0 0,1 0 0 0 0,-1 0 0 0 0,0 0 0 0 0,0 1 0 0 0,0-1 0 0 0,0 0 0 0 0,1 0 0 0 0,-1 0 0 0 0,0 0 0 0 0,0 1 1 0 0,0-1-1 0 0,0 0 0 0 0,0 0 0 0 0,0 0 0 0 0,0 1 0 0 0,1-1 0 0 0,-2 4-36 0 0,0 0 0 0 0,-1-1 0 0 0,1 1 0 0 0,-1 0 0 0 0,1-1 0 0 0,-1 0 0 0 0,0 1 0 0 0,0-1 0 0 0,-1 0 0 0 0,1 0 0 0 0,0 0 0 0 0,-1 0 0 0 0,-3 2-1 0 0,-39 34-225 0 0,44-38 276 0 0,1-1-1 0 0,-1 0 1 0 0,0 1-1 0 0,0-1 0 0 0,0 0 1 0 0,1 1-1 0 0,-1-1 1 0 0,0 1-1 0 0,1 0 0 0 0,-1-1 1 0 0,0 1-1 0 0,1-1 1 0 0,-1 1-1 0 0,1 0 0 0 0,-1 0 1 0 0,1-1-1 0 0,-1 1 1 0 0,1 0-1 0 0,0 0 0 0 0,-1 0 1 0 0,1-1-1 0 0,0 1 1 0 0,0 0-1 0 0,-1 1 0 0 0,19 2 877 0 0,-15-4-791 0 0,0 1 0 0 0,1-1-1 0 0,-1 0 1 0 0,0 1 0 0 0,0 0-1 0 0,0 0 1 0 0,0 0 0 0 0,0 0 0 0 0,5 3-1 0 0,8 10-16 0 0,0 1 1 0 0,0 0-1 0 0,13 19 0 0 0,-19-22-63 0 0,-3 3-14 0 0,1-2-23 0 0,1-7-115 0 0,-1 2 0 0 0,0-1 0 0 0,-1 1 0 0 0,10 12 0 0 0,-12-13-339 0 0,20 10-6173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13T11:27:05.793"/>
    </inkml:context>
    <inkml:brush xml:id="br0">
      <inkml:brushProperty name="width" value="0.05" units="cm"/>
      <inkml:brushProperty name="height" value="0.05" units="cm"/>
    </inkml:brush>
  </inkml:definitions>
  <inkml:trace contextRef="#ctx0" brushRef="#br0">78 1 1112 0 0,'0'0'3997'0'0,"-14"7"-3048"0"0,11-5-820 0 0,1 1 0 0 0,0-1 0 0 0,0 1 0 0 0,0-1 0 0 0,0 1 0 0 0,0 0-1 0 0,1 0 1 0 0,-1 0 0 0 0,1 0 0 0 0,0 0 0 0 0,0 0 0 0 0,0 1 0 0 0,0 3-1 0 0,-7 19 118 0 0,7-23-227 0 0,0 0 1 0 0,-1 0 0 0 0,1-1-1 0 0,1 1 1 0 0,-1 0-1 0 0,0 0 1 0 0,1 0-1 0 0,-1 5 1 0 0,1 0 16 0 0,-1 0 1 0 0,0-1-1 0 0,-1 1 1 0 0,-3 11-1 0 0,3-11 8 0 0,0 0 0 0 0,0 1 0 0 0,1 0-1 0 0,-1 12 1 0 0,-2 180 720 0 0,4-197-753 0 0,1 1 1 0 0,-1 0-1 0 0,1-1 0 0 0,1 1 1 0 0,-1 0-1 0 0,1-1 0 0 0,2 6 0 0 0,-2-5-3 0 0,0-1-1 0 0,-1 0 1 0 0,1 1-1 0 0,-1-1 0 0 0,0 1 1 0 0,0-1-1 0 0,0 7 0 0 0,-1-9-7 0 0,1 0 0 0 0,-1 0 0 0 0,0-1-1 0 0,1 1 1 0 0,0 0 0 0 0,-1 0-1 0 0,1-1 1 0 0,0 1 0 0 0,0 0 0 0 0,0-1-1 0 0,0 1 1 0 0,0-1 0 0 0,0 1-1 0 0,0-1 1 0 0,1 0 0 0 0,-1 1-1 0 0,0-1 1 0 0,1 0 0 0 0,-1 0 0 0 0,1 0-1 0 0,0 0 1 0 0,-1 0 0 0 0,1 0-1 0 0,0-1 1 0 0,-1 1 0 0 0,1 0 0 0 0,0-1-1 0 0,2 1 1 0 0,3 1-2 0 0,1 0 0 0 0,0-1 0 0 0,0 0 0 0 0,14 0 0 0 0,-20 0 7 0 0,0-1 0 0 0,-1 0 0 0 0,1 0-1 0 0,0 0 1 0 0,0 0 0 0 0,0 0 0 0 0,-1-1 0 0 0,1 1 0 0 0,0 0 0 0 0,0-1 0 0 0,-1 0 0 0 0,1 1 0 0 0,0-1 0 0 0,-1 0 0 0 0,1 0 0 0 0,-1 0 0 0 0,1 0 0 0 0,-1 0-1 0 0,1 0 1 0 0,-1 0 0 0 0,0 0 0 0 0,2-2 0 0 0,-2-1-4 0 0,1 1 1 0 0,-1-1-1 0 0,0 0 0 0 0,0 1 1 0 0,-1-1-1 0 0,1 0 0 0 0,-1 0 1 0 0,1 1-1 0 0,-1-1 0 0 0,-1-4 1 0 0,2-13 21 0 0,0 16-16 0 0,0-1 1 0 0,-1 1 0 0 0,0-1-1 0 0,0 1 1 0 0,0 0-1 0 0,-1-1 1 0 0,-2-9 0 0 0,-28-32 345 0 0,30 46-320 0 0,0-1 0 0 0,0 1 0 0 0,-1 0 0 0 0,1 0 0 0 0,-1 0 0 0 0,1 0 0 0 0,-1 0 0 0 0,1 0 0 0 0,-1 1 1 0 0,0-1-1 0 0,1 0 0 0 0,-1 1 0 0 0,0-1 0 0 0,0 1 0 0 0,1 0 0 0 0,-1 0 0 0 0,0 0 0 0 0,0-1 0 0 0,0 1 0 0 0,1 1 0 0 0,-1-1 0 0 0,-2 1 0 0 0,1-1-1 0 0,0 0-1 0 0,0 1 0 0 0,0-1 1 0 0,1 1-1 0 0,-1 0 1 0 0,0 0-1 0 0,0 0 0 0 0,1 0 1 0 0,-1 1-1 0 0,1-1 1 0 0,-1 1-1 0 0,1 0 1 0 0,-3 1-1 0 0,-2 7-126 0 0,1 0 0 0 0,0 0-1 0 0,0 0 1 0 0,1 1 0 0 0,0 0 0 0 0,-5 19-1 0 0,9-29-73 0 0,1 0-1 0 0,-1 0 0 0 0,1 0 0 0 0,-1 1 0 0 0,1-1 0 0 0,0 0 0 0 0,0 0 1 0 0,0 0-1 0 0,-1 0 0 0 0,1 0 0 0 0,0 0 0 0 0,0 1 0 0 0,1-1 1 0 0,-1 0-1 0 0,0 0 0 0 0,0 0 0 0 0,0 0 0 0 0,1 0 0 0 0,-1 0 1 0 0,1 0-1 0 0,-1 1 0 0 0,1-1 0 0 0,-1 0 0 0 0,1-1 0 0 0,0 1 1 0 0,-1 0-1 0 0,1 0 0 0 0,0 0 0 0 0,0 0 0 0 0,-1 0 0 0 0,1-1 1 0 0,0 1-1 0 0,0 0 0 0 0,0-1 0 0 0,0 1 0 0 0,0-1 0 0 0,0 1 0 0 0,0-1 1 0 0,0 1-1 0 0,0-1 0 0 0,1 0 0 0 0,-1 1 0 0 0,0-1 0 0 0,0 0 1 0 0,0 0-1 0 0,2 0 0 0 0,14 1-1950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13T11:27:06.991"/>
    </inkml:context>
    <inkml:brush xml:id="br0">
      <inkml:brushProperty name="width" value="0.05" units="cm"/>
      <inkml:brushProperty name="height" value="0.05" units="cm"/>
    </inkml:brush>
  </inkml:definitions>
  <inkml:trace contextRef="#ctx0" brushRef="#br0">6 0 1952 0 0,'-1'5'543'0'0,"-1"-1"0"0"0,1 1 0 0 0,0-1 0 0 0,1 1 1 0 0,-1 0-1 0 0,1-1 0 0 0,0 1 0 0 0,0 0 0 0 0,1 6 0 0 0,0-4-62 0 0,3 244 1392 0 0,5-57-1013 0 0,-9-188-946 0 0,0 8-372 0 0,0-12 231 0 0,0-8 97 0 0,0 6-33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13T11:26:34.358"/>
    </inkml:context>
    <inkml:brush xml:id="br0">
      <inkml:brushProperty name="width" value="0.05" units="cm"/>
      <inkml:brushProperty name="height" value="0.05" units="cm"/>
    </inkml:brush>
  </inkml:definitions>
  <inkml:trace contextRef="#ctx0" brushRef="#br0">31 87 1456 0 0,'-1'10'2902'0'0,"-1"26"-2597"0"0,2 52-155 0 0,0-52-117 0 0,0-30-41 0 0,0-11-21 0 0,0-99 276 0 0,0 104-242 0 0,-1-8 8 0 0,-2 5-3 0 0,1 10-5 0 0,-2 202 297 0 0,8-283-302 0 0,-11-1 33 0 0,7 59-25 0 0,-1 0 0 0 0,-1 0 0 0 0,-6-24 0 0 0,6 26 28 0 0,1 0 0 0 0,0-1 1 0 0,2-18-1 0 0,-1 8 564 0 0,0 56-577 0 0,0 161-257 0 0,4-132 247 0 0,-1-38-33 0 0,-1-37-41 0 0,-2-295 359 0 0,0 310-310 0 0,0 8-2913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13T11:26:36.079"/>
    </inkml:context>
    <inkml:brush xml:id="br0">
      <inkml:brushProperty name="width" value="0.05" units="cm"/>
      <inkml:brushProperty name="height" value="0.05" units="cm"/>
    </inkml:brush>
  </inkml:definitions>
  <inkml:trace contextRef="#ctx0" brushRef="#br0">19 14 1840 0 0,'0'0'685'0'0,"5"-13"5476"0"0,-13 70-4287 0 0,5-43-1640 0 0,1 0-1 0 0,-2 22 1 0 0,1 25 147 0 0,1-48-323 0 0,1 1 0 0 0,1-1 0 0 0,0 1 0 0 0,0 0 0 0 0,1-1 0 0 0,1 1 0 0 0,0-1 0 0 0,1 0 0 0 0,6 18 0 0 0,-6-26-50 0 0,-1 0 0 0 0,1-1-1 0 0,0 1 1 0 0,1-1-1 0 0,-1 1 1 0 0,1-1 0 0 0,0 0-1 0 0,0 0 1 0 0,0-1-1 0 0,7 6 1 0 0,-8-7 13 0 0,-1-1 0 0 0,1 1 0 0 0,-1-1 0 0 0,1 1 1 0 0,0-1-1 0 0,0 0 0 0 0,-1 0 0 0 0,1 0 0 0 0,0 0 0 0 0,0-1 0 0 0,0 1 0 0 0,0-1 0 0 0,0 0 0 0 0,0 0 1 0 0,0 0-1 0 0,0 0 0 0 0,0 0 0 0 0,0-1 0 0 0,0 1 0 0 0,0-1 0 0 0,5-2 0 0 0,0-1 27 0 0,0-1 0 0 0,0 0 0 0 0,-1 0 0 0 0,0-1 0 0 0,0 0 0 0 0,0 0 0 0 0,7-10 0 0 0,-12 14-38 0 0,0 0-1 0 0,-1-1 1 0 0,1 1-1 0 0,-1 0 1 0 0,0 0-1 0 0,0-1 0 0 0,0 1 1 0 0,0 0-1 0 0,0-1 1 0 0,0 0-1 0 0,-1 1 1 0 0,1-1-1 0 0,-1 1 1 0 0,0-1-1 0 0,1 1 1 0 0,-1-1-1 0 0,0 0 1 0 0,-1 1-1 0 0,1-1 0 0 0,-1-4 1 0 0,-1 2 9 0 0,1 1 1 0 0,-1 0-1 0 0,1 0 1 0 0,-1 0-1 0 0,0 0 1 0 0,0 1 0 0 0,-1-1-1 0 0,1 1 1 0 0,-1-1-1 0 0,-5-4 1 0 0,4 5-17 0 0,0 1 1 0 0,0-1 0 0 0,0 1-1 0 0,0 0 1 0 0,-1 1 0 0 0,1-1 0 0 0,-1 1-1 0 0,0 0 1 0 0,1 0 0 0 0,-1 0 0 0 0,0 0-1 0 0,0 1 1 0 0,1 0 0 0 0,-1 0-1 0 0,0 0 1 0 0,0 1 0 0 0,1 0 0 0 0,-7 1-1 0 0,5 1-15 0 0,1 1-1 0 0,0-1 1 0 0,0 1-1 0 0,1 0 1 0 0,-1 1-1 0 0,1-1 1 0 0,0 1-1 0 0,0-1 1 0 0,1 1-1 0 0,-1 1 1 0 0,1-1-1 0 0,-3 6 1 0 0,-2 6-1054 0 0,1 1-1 0 0,-7 27 1 0 0,13-44 914 0 0,1 0-1 0 0,0-1 1 0 0,-1 1-1 0 0,1 0 1 0 0,0 0 0 0 0,0 0-1 0 0,0 0 1 0 0,-1 0-1 0 0,1 0 1 0 0,0-1-1 0 0,0 1 1 0 0,0 0 0 0 0,0 0-1 0 0,1 0 1 0 0,-1 0-1 0 0,0 0 1 0 0,0 0 0 0 0,0 0-1 0 0,1-1 1 0 0,-1 1-1 0 0,0 0 1 0 0,1 0 0 0 0,-1 0-1 0 0,1-1 1 0 0,-1 1-1 0 0,1 0 1 0 0,-1 0-1 0 0,1-1 1 0 0,0 1 0 0 0,0 0-1 0 0,2 0-163 0 0,-1 0 0 0 0,0 0-1 0 0,1-1 1 0 0,-1 1 0 0 0,1-1-1 0 0,-1 1 1 0 0,1-1 0 0 0,-1 0 0 0 0,5 0-1 0 0,-2 0-1520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13T11:26:37.244"/>
    </inkml:context>
    <inkml:brush xml:id="br0">
      <inkml:brushProperty name="width" value="0.05" units="cm"/>
      <inkml:brushProperty name="height" value="0.05" units="cm"/>
    </inkml:brush>
  </inkml:definitions>
  <inkml:trace contextRef="#ctx0" brushRef="#br0">14 1 2112 0 0,'0'0'2471'0'0,"-4"26"451"0"0,1 179 1329 0 0,-2-100-3767 0 0,4-93-271 0 0,1-18-142 0 0,4-23-29 0 0,16-1-2 0 0,5-10 15 0 0,-16 20-48 0 0,-2 4 4 0 0,0 1-1 0 0,5-21 1 0 0,10-11 46 0 0,-18 38-72 0 0,20-39 89 0 0,-33 86-93 0 0,-10 7-7 0 0,16-40 22 0 0,0 1 0 0 0,0 0-1 0 0,0 1 1 0 0,1-1-1 0 0,0 0 1 0 0,0 1-1 0 0,1-1 1 0 0,-2 13 0 0 0,3-17 3 0 0,-1 0 1 0 0,1 0 0 0 0,-1 1 0 0 0,1-1 0 0 0,-1 0 0 0 0,0 0-1 0 0,0 0 1 0 0,0 0 0 0 0,0 0 0 0 0,-2 4 0 0 0,-2-4 27 0 0,10-15 74 0 0,-5 12-71 0 0,1-1 0 0 0,0 1 0 0 0,0 0 0 0 0,0 0 0 0 0,-1 0 0 0 0,1 0 0 0 0,1 0-1 0 0,-1 0 1 0 0,0 0 0 0 0,0 0 0 0 0,0 0 0 0 0,0 0 0 0 0,1 0 0 0 0,-1 1 0 0 0,0-1 0 0 0,1 1-1 0 0,-1-1 1 0 0,0 1 0 0 0,1-1 0 0 0,-1 1 0 0 0,1 0 0 0 0,-1 0 0 0 0,1-1 0 0 0,-1 1 0 0 0,1 0-1 0 0,-1 0 1 0 0,1 1 0 0 0,-1-1 0 0 0,0 0 0 0 0,1 0 0 0 0,-1 1 0 0 0,1-1 0 0 0,-1 1 0 0 0,0-1-1 0 0,1 1 1 0 0,-1 0 0 0 0,0-1 0 0 0,1 1 0 0 0,-1 0 0 0 0,0 0 0 0 0,0 0 0 0 0,1 1 0 0 0,3 4 53 0 0,0 0 1 0 0,0 0 0 0 0,-1 0-1 0 0,0 1 1 0 0,0 0 0 0 0,0 0 0 0 0,-1 0-1 0 0,0 0 1 0 0,2 11 0 0 0,-2-11-78 0 0,0 0 0 0 0,0-1 1 0 0,0 0-1 0 0,8 12 0 0 0,1 1-241 0 0,-11-18 140 0 0,0 1 0 0 0,-1-1 0 0 0,1 1 0 0 0,0-1 0 0 0,0 0 0 0 0,0 1 0 0 0,0-1-1 0 0,0 0 1 0 0,0 0 0 0 0,1 0 0 0 0,-1 0 0 0 0,0 0 0 0 0,1 0 0 0 0,-1 0 0 0 0,2 1 0 0 0,-2-2-61 0 0,0 0 0 0 0,0 0 0 0 0,0 1 0 0 0,0-1 0 0 0,0 0 0 0 0,0 0 0 0 0,0 0 0 0 0,-1-1 0 0 0,1 1 0 0 0,0 0 0 0 0,0 0 0 0 0,0 0 0 0 0,0-1 0 0 0,0 1 0 0 0,-1 0 0 0 0,1-1 0 0 0,0 1 0 0 0,0-1 0 0 0,0 1 0 0 0,0-1 0 0 0,4-4-1008 0 0,0 0 0 0 0,-1 0 0 0 0,0 0 0 0 0,0 0 0 0 0,7-12 0 0 0,1 0-128 0 0,-6 13-180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6400" cy="496888"/>
          </a:xfrm>
          <a:prstGeom prst="rect">
            <a:avLst/>
          </a:prstGeom>
        </p:spPr>
        <p:txBody>
          <a:bodyPr vert="horz" wrap="square" lIns="91430" tIns="45716" rIns="91430" bIns="45716" numCol="1" anchor="t" anchorCtr="0" compatLnSpc="1">
            <a:prstTxWarp prst="textNoShape">
              <a:avLst/>
            </a:prstTxWarp>
          </a:bodyPr>
          <a:lstStyle>
            <a:lvl1pPr eaLnBrk="1" hangingPunct="1">
              <a:defRPr sz="900">
                <a:ea typeface="Arial" charset="0"/>
                <a:cs typeface="Arial" charset="0"/>
              </a:defRPr>
            </a:lvl1pPr>
          </a:lstStyle>
          <a:p>
            <a:endParaRPr lang="en-ZA" altLang="en-US" dirty="0"/>
          </a:p>
        </p:txBody>
      </p:sp>
      <p:sp>
        <p:nvSpPr>
          <p:cNvPr id="3" name="Date Placeholder 2"/>
          <p:cNvSpPr>
            <a:spLocks noGrp="1"/>
          </p:cNvSpPr>
          <p:nvPr>
            <p:ph type="dt" idx="1"/>
          </p:nvPr>
        </p:nvSpPr>
        <p:spPr>
          <a:xfrm>
            <a:off x="3849688" y="0"/>
            <a:ext cx="2946400" cy="496888"/>
          </a:xfrm>
          <a:prstGeom prst="rect">
            <a:avLst/>
          </a:prstGeom>
        </p:spPr>
        <p:txBody>
          <a:bodyPr vert="horz" wrap="square" lIns="91430" tIns="45716" rIns="91430" bIns="45716" numCol="1" anchor="t" anchorCtr="0" compatLnSpc="1">
            <a:prstTxWarp prst="textNoShape">
              <a:avLst/>
            </a:prstTxWarp>
          </a:bodyPr>
          <a:lstStyle>
            <a:lvl1pPr algn="r" eaLnBrk="1" hangingPunct="1">
              <a:defRPr sz="900">
                <a:ea typeface="Arial" charset="0"/>
                <a:cs typeface="Arial" charset="0"/>
              </a:defRPr>
            </a:lvl1pPr>
          </a:lstStyle>
          <a:p>
            <a:fld id="{AE5789F2-5403-7C4C-9F48-DB799E22BF70}" type="datetimeFigureOut">
              <a:rPr lang="en-ZA" altLang="en-US"/>
              <a:pPr/>
              <a:t>2025/01/13</a:t>
            </a:fld>
            <a:endParaRPr lang="en-ZA" altLang="en-US" dirty="0"/>
          </a:p>
        </p:txBody>
      </p:sp>
      <p:sp>
        <p:nvSpPr>
          <p:cNvPr id="4" name="Slide Image Placeholder 3"/>
          <p:cNvSpPr>
            <a:spLocks noGrp="1" noRot="1" noChangeAspect="1"/>
          </p:cNvSpPr>
          <p:nvPr>
            <p:ph type="sldImg" idx="2"/>
          </p:nvPr>
        </p:nvSpPr>
        <p:spPr>
          <a:xfrm>
            <a:off x="585788" y="585788"/>
            <a:ext cx="5626100" cy="3165475"/>
          </a:xfrm>
          <a:prstGeom prst="rect">
            <a:avLst/>
          </a:prstGeom>
          <a:noFill/>
          <a:ln w="12700">
            <a:solidFill>
              <a:prstClr val="black"/>
            </a:solidFill>
          </a:ln>
        </p:spPr>
        <p:txBody>
          <a:bodyPr vert="horz" lIns="91430" tIns="45716" rIns="91430" bIns="45716" rtlCol="0" anchor="ctr"/>
          <a:lstStyle/>
          <a:p>
            <a:pPr lvl="0"/>
            <a:endParaRPr lang="en-ZA" noProof="0" dirty="0"/>
          </a:p>
        </p:txBody>
      </p:sp>
      <p:sp>
        <p:nvSpPr>
          <p:cNvPr id="5" name="Notes Placeholder 4"/>
          <p:cNvSpPr>
            <a:spLocks noGrp="1"/>
          </p:cNvSpPr>
          <p:nvPr>
            <p:ph type="body" sz="quarter" idx="3"/>
          </p:nvPr>
        </p:nvSpPr>
        <p:spPr>
          <a:xfrm>
            <a:off x="187325" y="4025901"/>
            <a:ext cx="6423025" cy="5248275"/>
          </a:xfrm>
          <a:prstGeom prst="rect">
            <a:avLst/>
          </a:prstGeom>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ZA" altLang="en-US"/>
          </a:p>
        </p:txBody>
      </p:sp>
      <p:sp>
        <p:nvSpPr>
          <p:cNvPr id="6" name="Footer Placeholder 5"/>
          <p:cNvSpPr>
            <a:spLocks noGrp="1"/>
          </p:cNvSpPr>
          <p:nvPr>
            <p:ph type="ftr" sz="quarter" idx="4"/>
          </p:nvPr>
        </p:nvSpPr>
        <p:spPr>
          <a:xfrm>
            <a:off x="1" y="9428164"/>
            <a:ext cx="2946400" cy="496887"/>
          </a:xfrm>
          <a:prstGeom prst="rect">
            <a:avLst/>
          </a:prstGeom>
        </p:spPr>
        <p:txBody>
          <a:bodyPr vert="horz" wrap="square" lIns="91430" tIns="45716" rIns="91430" bIns="45716" numCol="1" anchor="b" anchorCtr="0" compatLnSpc="1">
            <a:prstTxWarp prst="textNoShape">
              <a:avLst/>
            </a:prstTxWarp>
          </a:bodyPr>
          <a:lstStyle>
            <a:lvl1pPr eaLnBrk="1" hangingPunct="1">
              <a:defRPr sz="900">
                <a:ea typeface="Arial" charset="0"/>
                <a:cs typeface="Arial" charset="0"/>
              </a:defRPr>
            </a:lvl1pPr>
          </a:lstStyle>
          <a:p>
            <a:endParaRPr lang="en-ZA" altLang="en-US" dirty="0"/>
          </a:p>
        </p:txBody>
      </p:sp>
      <p:sp>
        <p:nvSpPr>
          <p:cNvPr id="7" name="Slide Number Placeholder 6"/>
          <p:cNvSpPr>
            <a:spLocks noGrp="1"/>
          </p:cNvSpPr>
          <p:nvPr>
            <p:ph type="sldNum" sz="quarter" idx="5"/>
          </p:nvPr>
        </p:nvSpPr>
        <p:spPr>
          <a:xfrm>
            <a:off x="3849688" y="9428164"/>
            <a:ext cx="2946400" cy="496887"/>
          </a:xfrm>
          <a:prstGeom prst="rect">
            <a:avLst/>
          </a:prstGeom>
        </p:spPr>
        <p:txBody>
          <a:bodyPr vert="horz" wrap="square" lIns="91430" tIns="45716" rIns="91430" bIns="45716" numCol="1" anchor="b" anchorCtr="0" compatLnSpc="1">
            <a:prstTxWarp prst="textNoShape">
              <a:avLst/>
            </a:prstTxWarp>
          </a:bodyPr>
          <a:lstStyle>
            <a:lvl1pPr algn="r" eaLnBrk="1" hangingPunct="1">
              <a:defRPr sz="900">
                <a:ea typeface="Arial" charset="0"/>
                <a:cs typeface="Arial" charset="0"/>
              </a:defRPr>
            </a:lvl1pPr>
          </a:lstStyle>
          <a:p>
            <a:fld id="{4CA43AF6-39BC-3C40-840B-0DD58B8E7140}" type="slidenum">
              <a:rPr lang="en-ZA" altLang="en-US"/>
              <a:pPr/>
              <a:t>‹#›</a:t>
            </a:fld>
            <a:endParaRPr lang="en-ZA" altLang="en-US" dirty="0"/>
          </a:p>
        </p:txBody>
      </p:sp>
    </p:spTree>
    <p:extLst>
      <p:ext uri="{BB962C8B-B14F-4D97-AF65-F5344CB8AC3E}">
        <p14:creationId xmlns:p14="http://schemas.microsoft.com/office/powerpoint/2010/main" val="3362116654"/>
      </p:ext>
    </p:extLst>
  </p:cSld>
  <p:clrMap bg1="lt1" tx1="dk1" bg2="lt2" tx2="dk2" accent1="accent1" accent2="accent2" accent3="accent3" accent4="accent4" accent5="accent5" accent6="accent6" hlink="hlink" folHlink="folHlink"/>
  <p:notesStyle>
    <a:lvl1pPr algn="l" rtl="0" eaLnBrk="0" fontAlgn="base" hangingPunct="0">
      <a:lnSpc>
        <a:spcPct val="110000"/>
      </a:lnSpc>
      <a:spcBef>
        <a:spcPts val="100"/>
      </a:spcBef>
      <a:spcAft>
        <a:spcPts val="200"/>
      </a:spcAft>
      <a:defRPr sz="1000" kern="1200">
        <a:solidFill>
          <a:schemeClr val="tx1"/>
        </a:solidFill>
        <a:latin typeface="Arial" pitchFamily="34" charset="0"/>
        <a:ea typeface="Arial" charset="0"/>
        <a:cs typeface="Arial" pitchFamily="34" charset="0"/>
      </a:defRPr>
    </a:lvl1pPr>
    <a:lvl2pPr marL="177800" indent="-112713" algn="l" rtl="0" eaLnBrk="0" fontAlgn="base" hangingPunct="0">
      <a:lnSpc>
        <a:spcPct val="110000"/>
      </a:lnSpc>
      <a:spcBef>
        <a:spcPts val="100"/>
      </a:spcBef>
      <a:spcAft>
        <a:spcPts val="200"/>
      </a:spcAft>
      <a:buFont typeface="Arial" charset="0"/>
      <a:buChar char="•"/>
      <a:defRPr sz="1000" kern="1200">
        <a:solidFill>
          <a:schemeClr val="tx1"/>
        </a:solidFill>
        <a:latin typeface="Arial" pitchFamily="34" charset="0"/>
        <a:ea typeface="Arial" charset="0"/>
        <a:cs typeface="Arial" pitchFamily="34" charset="0"/>
      </a:defRPr>
    </a:lvl2pPr>
    <a:lvl3pPr marL="355600" indent="-88900" algn="l" rtl="0" eaLnBrk="0" fontAlgn="base" hangingPunct="0">
      <a:lnSpc>
        <a:spcPct val="110000"/>
      </a:lnSpc>
      <a:spcBef>
        <a:spcPts val="100"/>
      </a:spcBef>
      <a:spcAft>
        <a:spcPts val="200"/>
      </a:spcAft>
      <a:buFont typeface="Arial" charset="0"/>
      <a:buChar char="›"/>
      <a:defRPr sz="1000" kern="1200">
        <a:solidFill>
          <a:schemeClr val="tx1"/>
        </a:solidFill>
        <a:latin typeface="Arial" pitchFamily="34" charset="0"/>
        <a:ea typeface="Arial" charset="0"/>
        <a:cs typeface="Arial" pitchFamily="34" charset="0"/>
      </a:defRPr>
    </a:lvl3pPr>
    <a:lvl4pPr marL="628650" indent="-88900" algn="l" rtl="0" eaLnBrk="0" fontAlgn="base" hangingPunct="0">
      <a:lnSpc>
        <a:spcPct val="110000"/>
      </a:lnSpc>
      <a:spcBef>
        <a:spcPts val="100"/>
      </a:spcBef>
      <a:spcAft>
        <a:spcPts val="200"/>
      </a:spcAft>
      <a:buFont typeface="Arial" charset="0"/>
      <a:buChar char="-"/>
      <a:defRPr sz="1000" kern="1200">
        <a:solidFill>
          <a:schemeClr val="tx1"/>
        </a:solidFill>
        <a:latin typeface="Arial" pitchFamily="34" charset="0"/>
        <a:ea typeface="Arial" charset="0"/>
        <a:cs typeface="Arial" pitchFamily="34" charset="0"/>
      </a:defRPr>
    </a:lvl4pPr>
    <a:lvl5pPr marL="896938" indent="-117475" algn="l" rtl="0" eaLnBrk="0" fontAlgn="base" hangingPunct="0">
      <a:lnSpc>
        <a:spcPct val="110000"/>
      </a:lnSpc>
      <a:spcBef>
        <a:spcPts val="100"/>
      </a:spcBef>
      <a:spcAft>
        <a:spcPts val="200"/>
      </a:spcAft>
      <a:buFont typeface="Arial" charset="0"/>
      <a:buChar char="»"/>
      <a:defRPr sz="1000" kern="1200">
        <a:solidFill>
          <a:schemeClr val="tx1"/>
        </a:solidFill>
        <a:latin typeface="Arial" pitchFamily="34" charset="0"/>
        <a:ea typeface="Arial" charset="0"/>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A43AF6-39BC-3C40-840B-0DD58B8E7140}" type="slidenum">
              <a:rPr lang="en-ZA" altLang="en-US" smtClean="0"/>
              <a:pPr/>
              <a:t>1</a:t>
            </a:fld>
            <a:endParaRPr lang="en-ZA" altLang="en-US" dirty="0"/>
          </a:p>
        </p:txBody>
      </p:sp>
    </p:spTree>
    <p:extLst>
      <p:ext uri="{BB962C8B-B14F-4D97-AF65-F5344CB8AC3E}">
        <p14:creationId xmlns:p14="http://schemas.microsoft.com/office/powerpoint/2010/main" val="503647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US" sz="1000" dirty="0"/>
              <a:t>My objectives included understanding the basic principles of lube systems in compressors and motors, studying compressor Process Flow Diagrams and Instrumentation loop diagrams, and learning the control and operating philosophy for lube oil control systems in GCC. I researched different types of lubrication systems for large MV motors, investigated the effects of loss of lube oil pressure, and explored methods to maintain oil pressure during normal and unusual conditions like power outages. Additionally, I investigated transfer systems for compressor lube oil, reviewed protection settings, and understood Sasol specifications and SABS standards. I also gathered information on oil accumulators, rundown tanks, and various lube oil system failures, ensuring a well-rounded learning experience.</a:t>
            </a:r>
            <a:endParaRPr lang="en-US" dirty="0"/>
          </a:p>
        </p:txBody>
      </p:sp>
      <p:sp>
        <p:nvSpPr>
          <p:cNvPr id="4" name="Slide Number Placeholder 3"/>
          <p:cNvSpPr>
            <a:spLocks noGrp="1"/>
          </p:cNvSpPr>
          <p:nvPr>
            <p:ph type="sldNum" sz="quarter" idx="5"/>
          </p:nvPr>
        </p:nvSpPr>
        <p:spPr/>
        <p:txBody>
          <a:bodyPr/>
          <a:lstStyle/>
          <a:p>
            <a:fld id="{4CA43AF6-39BC-3C40-840B-0DD58B8E7140}" type="slidenum">
              <a:rPr lang="en-ZA" altLang="en-US" smtClean="0"/>
              <a:pPr/>
              <a:t>2</a:t>
            </a:fld>
            <a:endParaRPr lang="en-ZA" altLang="en-US" dirty="0"/>
          </a:p>
        </p:txBody>
      </p:sp>
    </p:spTree>
    <p:extLst>
      <p:ext uri="{BB962C8B-B14F-4D97-AF65-F5344CB8AC3E}">
        <p14:creationId xmlns:p14="http://schemas.microsoft.com/office/powerpoint/2010/main" val="3387013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D2A5F-EF55-4D20-6B33-04A90EF9F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636D94-5591-E274-BF07-CE1E18E184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039FBE-3182-9F43-55DB-0E9EE6E3FECC}"/>
              </a:ext>
            </a:extLst>
          </p:cNvPr>
          <p:cNvSpPr>
            <a:spLocks noGrp="1"/>
          </p:cNvSpPr>
          <p:nvPr>
            <p:ph type="body" idx="1"/>
          </p:nvPr>
        </p:nvSpPr>
        <p:spPr/>
        <p:txBody>
          <a:bodyPr/>
          <a:lstStyle/>
          <a:p>
            <a:pPr marL="0" marR="0" lvl="0" indent="0" algn="l" defTabSz="914400" rtl="0" eaLnBrk="0" fontAlgn="base" latinLnBrk="0" hangingPunct="0">
              <a:lnSpc>
                <a:spcPct val="110000"/>
              </a:lnSpc>
              <a:spcBef>
                <a:spcPts val="100"/>
              </a:spcBef>
              <a:spcAft>
                <a:spcPts val="200"/>
              </a:spcAft>
              <a:buClrTx/>
              <a:buSzTx/>
              <a:buFontTx/>
              <a:buNone/>
              <a:tabLst/>
              <a:defRPr/>
            </a:pPr>
            <a:r>
              <a:rPr lang="en-US" dirty="0"/>
              <a:t>Compressors </a:t>
            </a:r>
            <a:r>
              <a:rPr lang="en-US" dirty="0">
                <a:latin typeface="Ariel"/>
              </a:rPr>
              <a:t>are machines that increase the pressure of gases by reducing their volume. They are used in various applications, including refrigeration, air conditioning, and chemical processing.</a:t>
            </a:r>
            <a:endParaRPr lang="en-ZA" dirty="0"/>
          </a:p>
          <a:p>
            <a:endParaRPr lang="en-US" dirty="0"/>
          </a:p>
          <a:p>
            <a:pPr marL="0" marR="0" lvl="0" indent="0" algn="l" defTabSz="914400" rtl="0" eaLnBrk="0" fontAlgn="base" latinLnBrk="0" hangingPunct="0">
              <a:lnSpc>
                <a:spcPct val="110000"/>
              </a:lnSpc>
              <a:spcBef>
                <a:spcPts val="100"/>
              </a:spcBef>
              <a:spcAft>
                <a:spcPts val="200"/>
              </a:spcAft>
              <a:buClrTx/>
              <a:buSzTx/>
              <a:buFontTx/>
              <a:buNone/>
              <a:tabLst/>
              <a:defRPr/>
            </a:pPr>
            <a:r>
              <a:rPr lang="en-US" dirty="0">
                <a:latin typeface="Ariel"/>
              </a:rPr>
              <a:t>KC203 and 204 compressors are designed to compress ethylene and propylene, respectively. Here’s a brief overview of what these substances are and why they are compressed:</a:t>
            </a:r>
            <a:endParaRPr lang="en-ZA" dirty="0"/>
          </a:p>
          <a:p>
            <a:endParaRPr lang="en-US" dirty="0"/>
          </a:p>
          <a:p>
            <a:pPr marL="0" marR="0" lvl="0" indent="0" algn="l" defTabSz="914400" rtl="0" eaLnBrk="0" fontAlgn="base" latinLnBrk="0" hangingPunct="0">
              <a:lnSpc>
                <a:spcPct val="110000"/>
              </a:lnSpc>
              <a:spcBef>
                <a:spcPts val="100"/>
              </a:spcBef>
              <a:spcAft>
                <a:spcPts val="200"/>
              </a:spcAft>
              <a:buClrTx/>
              <a:buSzTx/>
              <a:buFontTx/>
              <a:buNone/>
              <a:tabLst/>
              <a:defRPr/>
            </a:pPr>
            <a:r>
              <a:rPr lang="en-US" dirty="0">
                <a:latin typeface="Ariel"/>
              </a:rPr>
              <a:t>Ethylene is a </a:t>
            </a:r>
            <a:r>
              <a:rPr lang="en-US" dirty="0" err="1">
                <a:latin typeface="Ariel"/>
              </a:rPr>
              <a:t>colourless</a:t>
            </a:r>
            <a:r>
              <a:rPr lang="en-US" dirty="0">
                <a:latin typeface="Ariel"/>
              </a:rPr>
              <a:t> gas that is a key raw material in producing various chemicals and plastics, including polyethylene, which is widely used in packaging, containers, and other products.</a:t>
            </a:r>
          </a:p>
          <a:p>
            <a:pPr marL="0" marR="0" lvl="0" indent="0" algn="l" defTabSz="914400" rtl="0" eaLnBrk="0" fontAlgn="base" latinLnBrk="0" hangingPunct="0">
              <a:lnSpc>
                <a:spcPct val="110000"/>
              </a:lnSpc>
              <a:spcBef>
                <a:spcPts val="100"/>
              </a:spcBef>
              <a:spcAft>
                <a:spcPts val="200"/>
              </a:spcAft>
              <a:buClrTx/>
              <a:buSzTx/>
              <a:buFontTx/>
              <a:buNone/>
              <a:tabLst/>
              <a:defRPr/>
            </a:pPr>
            <a:endParaRPr lang="en-US" dirty="0">
              <a:latin typeface="Arial" pitchFamily="34" charset="0"/>
            </a:endParaRPr>
          </a:p>
          <a:p>
            <a:pPr marL="0" marR="0" lvl="0" indent="0" algn="l" defTabSz="914400" rtl="0" eaLnBrk="0" fontAlgn="base" latinLnBrk="0" hangingPunct="0">
              <a:lnSpc>
                <a:spcPct val="110000"/>
              </a:lnSpc>
              <a:spcBef>
                <a:spcPts val="100"/>
              </a:spcBef>
              <a:spcAft>
                <a:spcPts val="200"/>
              </a:spcAft>
              <a:buClrTx/>
              <a:buSzTx/>
              <a:buFontTx/>
              <a:buNone/>
              <a:tabLst/>
              <a:defRPr/>
            </a:pPr>
            <a:r>
              <a:rPr lang="en-US" dirty="0">
                <a:latin typeface="Ariel"/>
              </a:rPr>
              <a:t>Propylene is also a </a:t>
            </a:r>
            <a:r>
              <a:rPr lang="en-US" dirty="0" err="1">
                <a:latin typeface="Ariel"/>
              </a:rPr>
              <a:t>colourless</a:t>
            </a:r>
            <a:r>
              <a:rPr lang="en-US" dirty="0">
                <a:latin typeface="Ariel"/>
              </a:rPr>
              <a:t> gas and is used as a building block for the production of polypropylene, another important plastic used in a variety of applications, including automotive parts, textiles, and packaging.</a:t>
            </a:r>
          </a:p>
          <a:p>
            <a:pPr marL="0" marR="0" lvl="0" indent="0" algn="l" defTabSz="914400" rtl="0" eaLnBrk="0" fontAlgn="base" latinLnBrk="0" hangingPunct="0">
              <a:lnSpc>
                <a:spcPct val="110000"/>
              </a:lnSpc>
              <a:spcBef>
                <a:spcPts val="100"/>
              </a:spcBef>
              <a:spcAft>
                <a:spcPts val="200"/>
              </a:spcAft>
              <a:buClrTx/>
              <a:buSzTx/>
              <a:buFontTx/>
              <a:buNone/>
              <a:tabLst/>
              <a:defRPr/>
            </a:pPr>
            <a:r>
              <a:rPr lang="en-US" dirty="0">
                <a:latin typeface="Ariel"/>
              </a:rPr>
              <a:t> </a:t>
            </a:r>
          </a:p>
          <a:p>
            <a:pPr marL="0" marR="0" lvl="0" indent="0" algn="l" defTabSz="914400" rtl="0" eaLnBrk="0" fontAlgn="base" latinLnBrk="0" hangingPunct="0">
              <a:lnSpc>
                <a:spcPct val="110000"/>
              </a:lnSpc>
              <a:spcBef>
                <a:spcPts val="100"/>
              </a:spcBef>
              <a:spcAft>
                <a:spcPts val="200"/>
              </a:spcAft>
              <a:buClrTx/>
              <a:buSzTx/>
              <a:buFontTx/>
              <a:buNone/>
              <a:tabLst/>
              <a:defRPr/>
            </a:pPr>
            <a:r>
              <a:rPr lang="en-US" dirty="0">
                <a:latin typeface="Ariel"/>
              </a:rPr>
              <a:t>Reasons for compression</a:t>
            </a:r>
            <a:br>
              <a:rPr lang="en-US" dirty="0">
                <a:latin typeface="Ariel"/>
              </a:rPr>
            </a:br>
            <a:r>
              <a:rPr lang="en-US" dirty="0">
                <a:latin typeface="Ariel"/>
              </a:rPr>
              <a:t>- Cooling and facilitating chemical reactions: propylene is first used to cool the feeder gas down to -35 degrees then the ethylene cools the gas further down to -100 degrees which is the optimum temperature for breaking down hydrocarbons </a:t>
            </a:r>
          </a:p>
          <a:p>
            <a:pPr marL="0" marR="0" lvl="0" indent="0" algn="l" defTabSz="914400" rtl="0" eaLnBrk="0" fontAlgn="base" latinLnBrk="0" hangingPunct="0">
              <a:lnSpc>
                <a:spcPct val="110000"/>
              </a:lnSpc>
              <a:spcBef>
                <a:spcPts val="100"/>
              </a:spcBef>
              <a:spcAft>
                <a:spcPts val="200"/>
              </a:spcAft>
              <a:buClrTx/>
              <a:buSzTx/>
              <a:buFontTx/>
              <a:buNone/>
              <a:tabLst/>
              <a:defRPr/>
            </a:pPr>
            <a:endParaRPr lang="en-US" dirty="0">
              <a:latin typeface="Ariel"/>
            </a:endParaRPr>
          </a:p>
          <a:p>
            <a:endParaRPr lang="en-US" dirty="0"/>
          </a:p>
        </p:txBody>
      </p:sp>
      <p:sp>
        <p:nvSpPr>
          <p:cNvPr id="4" name="Slide Number Placeholder 3">
            <a:extLst>
              <a:ext uri="{FF2B5EF4-FFF2-40B4-BE49-F238E27FC236}">
                <a16:creationId xmlns:a16="http://schemas.microsoft.com/office/drawing/2014/main" id="{999EFE20-8C0F-C093-895E-B9F0A08A3D29}"/>
              </a:ext>
            </a:extLst>
          </p:cNvPr>
          <p:cNvSpPr>
            <a:spLocks noGrp="1"/>
          </p:cNvSpPr>
          <p:nvPr>
            <p:ph type="sldNum" sz="quarter" idx="5"/>
          </p:nvPr>
        </p:nvSpPr>
        <p:spPr/>
        <p:txBody>
          <a:bodyPr/>
          <a:lstStyle/>
          <a:p>
            <a:fld id="{4CA43AF6-39BC-3C40-840B-0DD58B8E7140}" type="slidenum">
              <a:rPr lang="en-ZA" altLang="en-US" smtClean="0"/>
              <a:pPr/>
              <a:t>3</a:t>
            </a:fld>
            <a:endParaRPr lang="en-ZA" altLang="en-US" dirty="0"/>
          </a:p>
        </p:txBody>
      </p:sp>
    </p:spTree>
    <p:extLst>
      <p:ext uri="{BB962C8B-B14F-4D97-AF65-F5344CB8AC3E}">
        <p14:creationId xmlns:p14="http://schemas.microsoft.com/office/powerpoint/2010/main" val="1232040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E0D1A-F22F-9286-274E-540EC74811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D21AD1-B713-17FE-E344-C5D2264517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77D7BF-ECE7-E2C3-68CB-7FFB0C86D61D}"/>
              </a:ext>
            </a:extLst>
          </p:cNvPr>
          <p:cNvSpPr>
            <a:spLocks noGrp="1"/>
          </p:cNvSpPr>
          <p:nvPr>
            <p:ph type="body" idx="1"/>
          </p:nvPr>
        </p:nvSpPr>
        <p:spPr/>
        <p:txBody>
          <a:bodyPr/>
          <a:lstStyle/>
          <a:p>
            <a:r>
              <a:rPr lang="en-US" dirty="0"/>
              <a:t>The Lube oil system for the compressors in question consists of  2 motors, P1A(primary) and P1B(standby) which are fed from 2 incomers. Incomer 1, our critical board H1 from our generators is primarily used as the lube oil system is a critical system and incomer 2 the H4 board from Eskom.</a:t>
            </a:r>
          </a:p>
        </p:txBody>
      </p:sp>
      <p:sp>
        <p:nvSpPr>
          <p:cNvPr id="4" name="Slide Number Placeholder 3">
            <a:extLst>
              <a:ext uri="{FF2B5EF4-FFF2-40B4-BE49-F238E27FC236}">
                <a16:creationId xmlns:a16="http://schemas.microsoft.com/office/drawing/2014/main" id="{D46798D8-183C-8695-07F3-A1CEB832FB5C}"/>
              </a:ext>
            </a:extLst>
          </p:cNvPr>
          <p:cNvSpPr>
            <a:spLocks noGrp="1"/>
          </p:cNvSpPr>
          <p:nvPr>
            <p:ph type="sldNum" sz="quarter" idx="5"/>
          </p:nvPr>
        </p:nvSpPr>
        <p:spPr/>
        <p:txBody>
          <a:bodyPr/>
          <a:lstStyle/>
          <a:p>
            <a:fld id="{4CA43AF6-39BC-3C40-840B-0DD58B8E7140}" type="slidenum">
              <a:rPr lang="en-ZA" altLang="en-US" smtClean="0"/>
              <a:pPr/>
              <a:t>4</a:t>
            </a:fld>
            <a:endParaRPr lang="en-ZA" altLang="en-US" dirty="0"/>
          </a:p>
        </p:txBody>
      </p:sp>
    </p:spTree>
    <p:extLst>
      <p:ext uri="{BB962C8B-B14F-4D97-AF65-F5344CB8AC3E}">
        <p14:creationId xmlns:p14="http://schemas.microsoft.com/office/powerpoint/2010/main" val="1889520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will show how the slow transfer works and why it is good idea to have a reacceleration scheme witch staggered timers in place. This slow transfer system uses the universal relay F35-60 which has the capability of detecting under voltages on either incomer. This circuit has the breaker normally closed from the emergency feeder along with the tie-breaker while the incomer from the H4 board is left normally open. In the case of under voltages, the UR executes the slow transfer which is BM, i.e. to open the breaker on incomer 1 and then close the breaker on incomer 2. The slow transfer system is good as it takes 2,5 seconds to switch the sources which allows time for the fast transfer system to take place upstream if there is a problem upstream. However without staggered timers in place, as power was down for 2,5 seconds the lube oil pressure drops and triggers the pressure switch low which triggers the standby pump to start. Then both motors will start simultaneously  causing a huge inrush current which can blow the board and damage a lot of equipment. </a:t>
            </a:r>
          </a:p>
        </p:txBody>
      </p:sp>
      <p:sp>
        <p:nvSpPr>
          <p:cNvPr id="4" name="Slide Number Placeholder 3"/>
          <p:cNvSpPr>
            <a:spLocks noGrp="1"/>
          </p:cNvSpPr>
          <p:nvPr>
            <p:ph type="sldNum" sz="quarter" idx="5"/>
          </p:nvPr>
        </p:nvSpPr>
        <p:spPr/>
        <p:txBody>
          <a:bodyPr/>
          <a:lstStyle/>
          <a:p>
            <a:fld id="{4CA43AF6-39BC-3C40-840B-0DD58B8E7140}" type="slidenum">
              <a:rPr lang="en-ZA" altLang="en-US" smtClean="0"/>
              <a:pPr/>
              <a:t>5</a:t>
            </a:fld>
            <a:endParaRPr lang="en-ZA" altLang="en-US" dirty="0"/>
          </a:p>
        </p:txBody>
      </p:sp>
    </p:spTree>
    <p:extLst>
      <p:ext uri="{BB962C8B-B14F-4D97-AF65-F5344CB8AC3E}">
        <p14:creationId xmlns:p14="http://schemas.microsoft.com/office/powerpoint/2010/main" val="1222589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B7B83-0180-1D2B-3963-5C4285A50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EE834F-AA85-84C2-09CF-D52AD48287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59361B-D682-2E4E-7712-DC1ABAD753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E2DE19-EE44-98E6-E2D3-5DDBA00C23F7}"/>
              </a:ext>
            </a:extLst>
          </p:cNvPr>
          <p:cNvSpPr>
            <a:spLocks noGrp="1"/>
          </p:cNvSpPr>
          <p:nvPr>
            <p:ph type="sldNum" sz="quarter" idx="5"/>
          </p:nvPr>
        </p:nvSpPr>
        <p:spPr/>
        <p:txBody>
          <a:bodyPr/>
          <a:lstStyle/>
          <a:p>
            <a:fld id="{4CA43AF6-39BC-3C40-840B-0DD58B8E7140}" type="slidenum">
              <a:rPr lang="en-ZA" altLang="en-US" smtClean="0"/>
              <a:pPr/>
              <a:t>6</a:t>
            </a:fld>
            <a:endParaRPr lang="en-ZA" altLang="en-US" dirty="0"/>
          </a:p>
        </p:txBody>
      </p:sp>
    </p:spTree>
    <p:extLst>
      <p:ext uri="{BB962C8B-B14F-4D97-AF65-F5344CB8AC3E}">
        <p14:creationId xmlns:p14="http://schemas.microsoft.com/office/powerpoint/2010/main" val="2164657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FDD6E-9473-1EBD-703D-178CB67AA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ECDB89-A3FE-639C-8953-CB5C30D6F0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681D2-2DA8-6DB2-E111-D9B689C96E24}"/>
              </a:ext>
            </a:extLst>
          </p:cNvPr>
          <p:cNvSpPr>
            <a:spLocks noGrp="1"/>
          </p:cNvSpPr>
          <p:nvPr>
            <p:ph type="body" idx="1"/>
          </p:nvPr>
        </p:nvSpPr>
        <p:spPr/>
        <p:txBody>
          <a:bodyPr/>
          <a:lstStyle/>
          <a:p>
            <a:r>
              <a:rPr lang="en-US" dirty="0"/>
              <a:t>To protect the motor from short circuit currents I have the TKF-250A fuse that is rated 80kA which can handle the short circuit current. I also have a PVC insulated cable with a cross section area of 95 mm^2</a:t>
            </a:r>
          </a:p>
        </p:txBody>
      </p:sp>
      <p:sp>
        <p:nvSpPr>
          <p:cNvPr id="4" name="Slide Number Placeholder 3">
            <a:extLst>
              <a:ext uri="{FF2B5EF4-FFF2-40B4-BE49-F238E27FC236}">
                <a16:creationId xmlns:a16="http://schemas.microsoft.com/office/drawing/2014/main" id="{E276D5D0-C1F4-3A43-5C62-696223B90FDD}"/>
              </a:ext>
            </a:extLst>
          </p:cNvPr>
          <p:cNvSpPr>
            <a:spLocks noGrp="1"/>
          </p:cNvSpPr>
          <p:nvPr>
            <p:ph type="sldNum" sz="quarter" idx="5"/>
          </p:nvPr>
        </p:nvSpPr>
        <p:spPr/>
        <p:txBody>
          <a:bodyPr/>
          <a:lstStyle/>
          <a:p>
            <a:fld id="{4CA43AF6-39BC-3C40-840B-0DD58B8E7140}" type="slidenum">
              <a:rPr lang="en-ZA" altLang="en-US" smtClean="0"/>
              <a:pPr/>
              <a:t>7</a:t>
            </a:fld>
            <a:endParaRPr lang="en-ZA" altLang="en-US" dirty="0"/>
          </a:p>
        </p:txBody>
      </p:sp>
    </p:spTree>
    <p:extLst>
      <p:ext uri="{BB962C8B-B14F-4D97-AF65-F5344CB8AC3E}">
        <p14:creationId xmlns:p14="http://schemas.microsoft.com/office/powerpoint/2010/main" val="30958183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90A8C-930F-B3CE-43E0-F54466F9E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AB90F-3859-13AE-75A9-0B1C8610E3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3147DD-6AB3-61D5-AA66-A0E99A3D4626}"/>
              </a:ext>
            </a:extLst>
          </p:cNvPr>
          <p:cNvSpPr>
            <a:spLocks noGrp="1"/>
          </p:cNvSpPr>
          <p:nvPr>
            <p:ph type="body" idx="1"/>
          </p:nvPr>
        </p:nvSpPr>
        <p:spPr/>
        <p:txBody>
          <a:bodyPr/>
          <a:lstStyle/>
          <a:p>
            <a:r>
              <a:rPr lang="en-US" dirty="0"/>
              <a:t>From the graph I can see that the fuse TKF250A has a peak let through current of just above 20kA and a 5kA let through current </a:t>
            </a:r>
          </a:p>
        </p:txBody>
      </p:sp>
      <p:sp>
        <p:nvSpPr>
          <p:cNvPr id="4" name="Slide Number Placeholder 3">
            <a:extLst>
              <a:ext uri="{FF2B5EF4-FFF2-40B4-BE49-F238E27FC236}">
                <a16:creationId xmlns:a16="http://schemas.microsoft.com/office/drawing/2014/main" id="{642D3885-C1B1-1E2E-DA86-2C388F793BEE}"/>
              </a:ext>
            </a:extLst>
          </p:cNvPr>
          <p:cNvSpPr>
            <a:spLocks noGrp="1"/>
          </p:cNvSpPr>
          <p:nvPr>
            <p:ph type="sldNum" sz="quarter" idx="5"/>
          </p:nvPr>
        </p:nvSpPr>
        <p:spPr/>
        <p:txBody>
          <a:bodyPr/>
          <a:lstStyle/>
          <a:p>
            <a:fld id="{4CA43AF6-39BC-3C40-840B-0DD58B8E7140}" type="slidenum">
              <a:rPr lang="en-ZA" altLang="en-US" smtClean="0"/>
              <a:pPr/>
              <a:t>8</a:t>
            </a:fld>
            <a:endParaRPr lang="en-ZA" altLang="en-US" dirty="0"/>
          </a:p>
        </p:txBody>
      </p:sp>
    </p:spTree>
    <p:extLst>
      <p:ext uri="{BB962C8B-B14F-4D97-AF65-F5344CB8AC3E}">
        <p14:creationId xmlns:p14="http://schemas.microsoft.com/office/powerpoint/2010/main" val="2392240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D6E9B-4B0E-D297-A6B5-FA78A6824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BE7C1F-9E51-7428-108E-D5A457AC87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188252-1DBA-B74C-5BC8-AF0F2B43C303}"/>
              </a:ext>
            </a:extLst>
          </p:cNvPr>
          <p:cNvSpPr>
            <a:spLocks noGrp="1"/>
          </p:cNvSpPr>
          <p:nvPr>
            <p:ph type="body" idx="1"/>
          </p:nvPr>
        </p:nvSpPr>
        <p:spPr/>
        <p:txBody>
          <a:bodyPr/>
          <a:lstStyle/>
          <a:p>
            <a:r>
              <a:rPr lang="en-US" dirty="0"/>
              <a:t>From the time current curve of the 250A fuse it takes 0,01 seconds for it to fuse when letting through the 5kA current.</a:t>
            </a:r>
          </a:p>
        </p:txBody>
      </p:sp>
      <p:sp>
        <p:nvSpPr>
          <p:cNvPr id="4" name="Slide Number Placeholder 3">
            <a:extLst>
              <a:ext uri="{FF2B5EF4-FFF2-40B4-BE49-F238E27FC236}">
                <a16:creationId xmlns:a16="http://schemas.microsoft.com/office/drawing/2014/main" id="{CF9E9481-94F2-E2A5-6FD2-D475F14E54AF}"/>
              </a:ext>
            </a:extLst>
          </p:cNvPr>
          <p:cNvSpPr>
            <a:spLocks noGrp="1"/>
          </p:cNvSpPr>
          <p:nvPr>
            <p:ph type="sldNum" sz="quarter" idx="5"/>
          </p:nvPr>
        </p:nvSpPr>
        <p:spPr/>
        <p:txBody>
          <a:bodyPr/>
          <a:lstStyle/>
          <a:p>
            <a:fld id="{4CA43AF6-39BC-3C40-840B-0DD58B8E7140}" type="slidenum">
              <a:rPr lang="en-ZA" altLang="en-US" smtClean="0"/>
              <a:pPr/>
              <a:t>9</a:t>
            </a:fld>
            <a:endParaRPr lang="en-ZA" altLang="en-US" dirty="0"/>
          </a:p>
        </p:txBody>
      </p:sp>
    </p:spTree>
    <p:extLst>
      <p:ext uri="{BB962C8B-B14F-4D97-AF65-F5344CB8AC3E}">
        <p14:creationId xmlns:p14="http://schemas.microsoft.com/office/powerpoint/2010/main" val="3424743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765B7-E170-2FDD-E210-AB42C3CB4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D9600B-48B4-2E29-030D-1846186890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43A4FC-8C19-2A4B-1593-FCE27CAAD2FA}"/>
              </a:ext>
            </a:extLst>
          </p:cNvPr>
          <p:cNvSpPr>
            <a:spLocks noGrp="1"/>
          </p:cNvSpPr>
          <p:nvPr>
            <p:ph type="body" idx="1"/>
          </p:nvPr>
        </p:nvSpPr>
        <p:spPr/>
        <p:txBody>
          <a:bodyPr/>
          <a:lstStyle/>
          <a:p>
            <a:pPr marL="0" marR="0" lvl="0" indent="0" algn="l" defTabSz="914400" rtl="0" eaLnBrk="0" fontAlgn="base" latinLnBrk="0" hangingPunct="0">
              <a:lnSpc>
                <a:spcPct val="110000"/>
              </a:lnSpc>
              <a:spcBef>
                <a:spcPts val="100"/>
              </a:spcBef>
              <a:spcAft>
                <a:spcPts val="200"/>
              </a:spcAft>
              <a:buClrTx/>
              <a:buSzTx/>
              <a:buFontTx/>
              <a:buNone/>
              <a:tabLst/>
              <a:defRPr/>
            </a:pPr>
            <a:r>
              <a:rPr lang="en-US" sz="1000" dirty="0"/>
              <a:t>where k, the material constant of PVC insulated is 115, A which is the cross-sectional area of the cable with a value of 95 mm^2 and t is time is seconds.</a:t>
            </a:r>
          </a:p>
          <a:p>
            <a:endParaRPr lang="en-US" dirty="0"/>
          </a:p>
        </p:txBody>
      </p:sp>
      <p:sp>
        <p:nvSpPr>
          <p:cNvPr id="4" name="Slide Number Placeholder 3">
            <a:extLst>
              <a:ext uri="{FF2B5EF4-FFF2-40B4-BE49-F238E27FC236}">
                <a16:creationId xmlns:a16="http://schemas.microsoft.com/office/drawing/2014/main" id="{5B55EADD-44D7-7A51-2350-CA9799FF2106}"/>
              </a:ext>
            </a:extLst>
          </p:cNvPr>
          <p:cNvSpPr>
            <a:spLocks noGrp="1"/>
          </p:cNvSpPr>
          <p:nvPr>
            <p:ph type="sldNum" sz="quarter" idx="5"/>
          </p:nvPr>
        </p:nvSpPr>
        <p:spPr/>
        <p:txBody>
          <a:bodyPr/>
          <a:lstStyle/>
          <a:p>
            <a:fld id="{4CA43AF6-39BC-3C40-840B-0DD58B8E7140}" type="slidenum">
              <a:rPr lang="en-ZA" altLang="en-US" smtClean="0"/>
              <a:pPr/>
              <a:t>10</a:t>
            </a:fld>
            <a:endParaRPr lang="en-ZA" altLang="en-US" dirty="0"/>
          </a:p>
        </p:txBody>
      </p:sp>
    </p:spTree>
    <p:extLst>
      <p:ext uri="{BB962C8B-B14F-4D97-AF65-F5344CB8AC3E}">
        <p14:creationId xmlns:p14="http://schemas.microsoft.com/office/powerpoint/2010/main" val="2214462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10000"/>
              </a:lnSpc>
              <a:spcBef>
                <a:spcPts val="100"/>
              </a:spcBef>
              <a:spcAft>
                <a:spcPts val="200"/>
              </a:spcAft>
              <a:buClrTx/>
              <a:buSzTx/>
              <a:buFontTx/>
              <a:buNone/>
              <a:tabLst/>
              <a:defRPr/>
            </a:pPr>
            <a:r>
              <a:rPr lang="en-ZA" dirty="0"/>
              <a:t>Now look at the sequence of events that led to the trip of compressor Kc-203 and 204. On the 2</a:t>
            </a:r>
            <a:r>
              <a:rPr lang="en-ZA" baseline="30000" dirty="0"/>
              <a:t>nd</a:t>
            </a:r>
            <a:r>
              <a:rPr lang="en-ZA" dirty="0"/>
              <a:t> of April, the standby pump was switched off at 10 am, and it was put back to auto at 15h32 but was set to off again just 10 minutes later and was left in that state until the day of the trip. Fast forward, to the 19</a:t>
            </a:r>
            <a:r>
              <a:rPr lang="en-ZA" baseline="30000" dirty="0"/>
              <a:t>th</a:t>
            </a:r>
            <a:r>
              <a:rPr lang="en-ZA" dirty="0"/>
              <a:t> at 15h09, the main pump tripped on overload and the handstation was put off about 30 minutes later the stand-by pump hand station switched from off to auto Position and the system was normal again.</a:t>
            </a:r>
          </a:p>
          <a:p>
            <a:endParaRPr lang="en-US" dirty="0"/>
          </a:p>
        </p:txBody>
      </p:sp>
      <p:sp>
        <p:nvSpPr>
          <p:cNvPr id="4" name="Slide Number Placeholder 3"/>
          <p:cNvSpPr>
            <a:spLocks noGrp="1"/>
          </p:cNvSpPr>
          <p:nvPr>
            <p:ph type="sldNum" sz="quarter" idx="5"/>
          </p:nvPr>
        </p:nvSpPr>
        <p:spPr/>
        <p:txBody>
          <a:bodyPr/>
          <a:lstStyle/>
          <a:p>
            <a:fld id="{4CA43AF6-39BC-3C40-840B-0DD58B8E7140}" type="slidenum">
              <a:rPr lang="en-ZA" altLang="en-US" smtClean="0"/>
              <a:pPr/>
              <a:t>11</a:t>
            </a:fld>
            <a:endParaRPr lang="en-ZA" altLang="en-US" dirty="0"/>
          </a:p>
        </p:txBody>
      </p:sp>
    </p:spTree>
    <p:extLst>
      <p:ext uri="{BB962C8B-B14F-4D97-AF65-F5344CB8AC3E}">
        <p14:creationId xmlns:p14="http://schemas.microsoft.com/office/powerpoint/2010/main" val="31637528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The incident involving the compressor trip and the associated lube oil pump failures can significantly impact the value chain in several ways. Here’s an explanation of how such incidents can affect various aspects of the value chain:</a:t>
            </a:r>
          </a:p>
          <a:p>
            <a:endParaRPr lang="en-US" sz="1800" dirty="0">
              <a:effectLst/>
              <a:latin typeface="Aptos" panose="020B0004020202020204" pitchFamily="34" charset="0"/>
              <a:cs typeface="Times New Roman" panose="02020603050405020304" pitchFamily="18" charset="0"/>
            </a:endParaRPr>
          </a:p>
          <a:p>
            <a:pPr>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1. Production Loss:</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o The immediate effect of the compressor trip was a production loss amounting to R 5,834,407.68. This loss directly affects the output of the facility, leading to reduced availability of products for customers and potential delays in fulfilling orders.</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2. Maintenance Costs:</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o The incident necessitates additional maintenance activities, including inspections, repairs, and potential upgrades to the systems involved. Increased maintenance costs can strain budgets and divert resources from other critical areas, impacting overall financial performance.</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3. Supply Chain Disruptions:</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o Production delays can lead to disruptions in the supply chain, affecting the availability of products for customers. This can result in missed delivery deadlines, which may damage relationships with suppliers and customers, leading to potential loss of future business</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4CA43AF6-39BC-3C40-840B-0DD58B8E7140}" type="slidenum">
              <a:rPr lang="en-ZA" altLang="en-US" smtClean="0"/>
              <a:pPr/>
              <a:t>12</a:t>
            </a:fld>
            <a:endParaRPr lang="en-ZA" altLang="en-US" dirty="0"/>
          </a:p>
        </p:txBody>
      </p:sp>
    </p:spTree>
    <p:extLst>
      <p:ext uri="{BB962C8B-B14F-4D97-AF65-F5344CB8AC3E}">
        <p14:creationId xmlns:p14="http://schemas.microsoft.com/office/powerpoint/2010/main" val="8495249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9FD7A-E31C-AD6A-8FA3-2879EE83B0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4DAA47-EFAA-D9D6-DE6E-D863441C9E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4EA6AB-EF1C-6CF6-49BF-AD8B9F8D9ACE}"/>
              </a:ext>
            </a:extLst>
          </p:cNvPr>
          <p:cNvSpPr>
            <a:spLocks noGrp="1"/>
          </p:cNvSpPr>
          <p:nvPr>
            <p:ph type="body" idx="1"/>
          </p:nvPr>
        </p:nvSpPr>
        <p:spPr/>
        <p:txBody>
          <a:bodyPr/>
          <a:lstStyle/>
          <a:p>
            <a:r>
              <a:rPr lang="en-US" sz="1000" dirty="0"/>
              <a:t>. Control already has a system that updates them of the status of the pumps so it should be easy to set a timer for when the status of the standby pump is not normal that will trigger an alarm so that the standby pump is not off for a long time.</a:t>
            </a:r>
            <a:endParaRPr lang="en-US" dirty="0"/>
          </a:p>
        </p:txBody>
      </p:sp>
      <p:sp>
        <p:nvSpPr>
          <p:cNvPr id="4" name="Slide Number Placeholder 3">
            <a:extLst>
              <a:ext uri="{FF2B5EF4-FFF2-40B4-BE49-F238E27FC236}">
                <a16:creationId xmlns:a16="http://schemas.microsoft.com/office/drawing/2014/main" id="{296E3EF1-83C5-7019-18DE-9F4F5DB3177D}"/>
              </a:ext>
            </a:extLst>
          </p:cNvPr>
          <p:cNvSpPr>
            <a:spLocks noGrp="1"/>
          </p:cNvSpPr>
          <p:nvPr>
            <p:ph type="sldNum" sz="quarter" idx="5"/>
          </p:nvPr>
        </p:nvSpPr>
        <p:spPr/>
        <p:txBody>
          <a:bodyPr/>
          <a:lstStyle/>
          <a:p>
            <a:fld id="{4CA43AF6-39BC-3C40-840B-0DD58B8E7140}" type="slidenum">
              <a:rPr lang="en-ZA" altLang="en-US" smtClean="0"/>
              <a:pPr/>
              <a:t>13</a:t>
            </a:fld>
            <a:endParaRPr lang="en-ZA" altLang="en-US" dirty="0"/>
          </a:p>
        </p:txBody>
      </p:sp>
    </p:spTree>
    <p:extLst>
      <p:ext uri="{BB962C8B-B14F-4D97-AF65-F5344CB8AC3E}">
        <p14:creationId xmlns:p14="http://schemas.microsoft.com/office/powerpoint/2010/main" val="19863655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A43AF6-39BC-3C40-840B-0DD58B8E7140}" type="slidenum">
              <a:rPr lang="en-ZA" altLang="en-US" smtClean="0"/>
              <a:pPr/>
              <a:t>15</a:t>
            </a:fld>
            <a:endParaRPr lang="en-ZA" altLang="en-US" dirty="0"/>
          </a:p>
        </p:txBody>
      </p:sp>
    </p:spTree>
    <p:extLst>
      <p:ext uri="{BB962C8B-B14F-4D97-AF65-F5344CB8AC3E}">
        <p14:creationId xmlns:p14="http://schemas.microsoft.com/office/powerpoint/2010/main" val="29722210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5" name="Title 1"/>
          <p:cNvSpPr>
            <a:spLocks noGrp="1"/>
          </p:cNvSpPr>
          <p:nvPr>
            <p:ph type="ctrTitle" hasCustomPrompt="1"/>
          </p:nvPr>
        </p:nvSpPr>
        <p:spPr>
          <a:xfrm>
            <a:off x="341905" y="1011601"/>
            <a:ext cx="8395011" cy="822169"/>
          </a:xfrm>
        </p:spPr>
        <p:txBody>
          <a:bodyPr anchor="b"/>
          <a:lstStyle>
            <a:lvl1pPr algn="l">
              <a:lnSpc>
                <a:spcPct val="100000"/>
              </a:lnSpc>
              <a:defRPr sz="2200">
                <a:solidFill>
                  <a:srgbClr val="023B61"/>
                </a:solidFill>
              </a:defRPr>
            </a:lvl1pPr>
          </a:lstStyle>
          <a:p>
            <a:r>
              <a:rPr lang="en-US" dirty="0"/>
              <a:t>CLICK TO EDIT MASTER TITLE STYLE</a:t>
            </a:r>
            <a:endParaRPr lang="en-ZA" dirty="0"/>
          </a:p>
        </p:txBody>
      </p:sp>
      <p:sp>
        <p:nvSpPr>
          <p:cNvPr id="16" name="Subtitle 2"/>
          <p:cNvSpPr>
            <a:spLocks noGrp="1"/>
          </p:cNvSpPr>
          <p:nvPr>
            <p:ph type="subTitle" idx="1"/>
          </p:nvPr>
        </p:nvSpPr>
        <p:spPr>
          <a:xfrm>
            <a:off x="341905" y="1926076"/>
            <a:ext cx="8395011" cy="542923"/>
          </a:xfrm>
          <a:prstGeom prst="rect">
            <a:avLst/>
          </a:prstGeom>
        </p:spPr>
        <p:txBody>
          <a:bodyPr tIns="36000">
            <a:noAutofit/>
          </a:bodyPr>
          <a:lstStyle>
            <a:lvl1pPr marL="0" indent="0" algn="l">
              <a:lnSpc>
                <a:spcPct val="100000"/>
              </a:lnSpc>
              <a:buNone/>
              <a:defRPr sz="1600" b="0">
                <a:solidFill>
                  <a:srgbClr val="023B6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ZA" dirty="0"/>
          </a:p>
        </p:txBody>
      </p:sp>
      <p:sp>
        <p:nvSpPr>
          <p:cNvPr id="29" name="Picture Placeholder 2">
            <a:extLst>
              <a:ext uri="{FF2B5EF4-FFF2-40B4-BE49-F238E27FC236}">
                <a16:creationId xmlns:a16="http://schemas.microsoft.com/office/drawing/2014/main" id="{7AE6D2D0-4826-784C-BBCD-993B71E7BFF2}"/>
              </a:ext>
            </a:extLst>
          </p:cNvPr>
          <p:cNvSpPr>
            <a:spLocks noGrp="1"/>
          </p:cNvSpPr>
          <p:nvPr>
            <p:ph type="pic" sz="quarter" idx="10"/>
          </p:nvPr>
        </p:nvSpPr>
        <p:spPr>
          <a:xfrm>
            <a:off x="-22936" y="2636913"/>
            <a:ext cx="12214936" cy="3816424"/>
          </a:xfrm>
        </p:spPr>
        <p:txBody>
          <a:bodyPr/>
          <a:lstStyle>
            <a:lvl1pPr>
              <a:defRPr sz="1100"/>
            </a:lvl1pPr>
          </a:lstStyle>
          <a:p>
            <a:endParaRPr lang="en-US"/>
          </a:p>
        </p:txBody>
      </p:sp>
      <p:pic>
        <p:nvPicPr>
          <p:cNvPr id="13" name="Picture 12">
            <a:extLst>
              <a:ext uri="{FF2B5EF4-FFF2-40B4-BE49-F238E27FC236}">
                <a16:creationId xmlns:a16="http://schemas.microsoft.com/office/drawing/2014/main" id="{4CBC97A8-2029-C047-A9AF-509A77CAE52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36917" y="260649"/>
            <a:ext cx="3221617" cy="1457398"/>
          </a:xfrm>
          <a:prstGeom prst="rect">
            <a:avLst/>
          </a:prstGeom>
        </p:spPr>
      </p:pic>
      <p:sp>
        <p:nvSpPr>
          <p:cNvPr id="18" name="Rectangle 17">
            <a:extLst>
              <a:ext uri="{FF2B5EF4-FFF2-40B4-BE49-F238E27FC236}">
                <a16:creationId xmlns:a16="http://schemas.microsoft.com/office/drawing/2014/main" id="{9935F8EE-3642-F14F-9910-094F504FBF3B}"/>
              </a:ext>
            </a:extLst>
          </p:cNvPr>
          <p:cNvSpPr/>
          <p:nvPr userDrawn="1"/>
        </p:nvSpPr>
        <p:spPr>
          <a:xfrm>
            <a:off x="119336" y="6569060"/>
            <a:ext cx="1183337" cy="200055"/>
          </a:xfrm>
          <a:prstGeom prst="rect">
            <a:avLst/>
          </a:prstGeom>
        </p:spPr>
        <p:txBody>
          <a:bodyPr wrap="none">
            <a:spAutoFit/>
          </a:bodyPr>
          <a:lstStyle/>
          <a:p>
            <a:r>
              <a:rPr lang="en-US" sz="700" dirty="0">
                <a:solidFill>
                  <a:srgbClr val="023B61"/>
                </a:solidFill>
                <a:latin typeface="Arial"/>
              </a:rPr>
              <a:t>Copyright ©, 2023, Sasol</a:t>
            </a:r>
          </a:p>
        </p:txBody>
      </p:sp>
    </p:spTree>
    <p:extLst>
      <p:ext uri="{BB962C8B-B14F-4D97-AF65-F5344CB8AC3E}">
        <p14:creationId xmlns:p14="http://schemas.microsoft.com/office/powerpoint/2010/main" val="1251357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15" name="Title 1"/>
          <p:cNvSpPr>
            <a:spLocks noGrp="1"/>
          </p:cNvSpPr>
          <p:nvPr>
            <p:ph type="ctrTitle" hasCustomPrompt="1"/>
          </p:nvPr>
        </p:nvSpPr>
        <p:spPr>
          <a:xfrm>
            <a:off x="341905" y="1011601"/>
            <a:ext cx="8395011" cy="822169"/>
          </a:xfrm>
        </p:spPr>
        <p:txBody>
          <a:bodyPr anchor="b"/>
          <a:lstStyle>
            <a:lvl1pPr algn="l">
              <a:lnSpc>
                <a:spcPct val="100000"/>
              </a:lnSpc>
              <a:defRPr sz="2200">
                <a:solidFill>
                  <a:srgbClr val="023B61"/>
                </a:solidFill>
              </a:defRPr>
            </a:lvl1pPr>
          </a:lstStyle>
          <a:p>
            <a:r>
              <a:rPr lang="en-US" dirty="0"/>
              <a:t>CLICK TO EDIT MASTER TITLE STYLE</a:t>
            </a:r>
            <a:endParaRPr lang="en-ZA" dirty="0"/>
          </a:p>
        </p:txBody>
      </p:sp>
      <p:sp>
        <p:nvSpPr>
          <p:cNvPr id="16" name="Subtitle 2"/>
          <p:cNvSpPr>
            <a:spLocks noGrp="1"/>
          </p:cNvSpPr>
          <p:nvPr>
            <p:ph type="subTitle" idx="1"/>
          </p:nvPr>
        </p:nvSpPr>
        <p:spPr>
          <a:xfrm>
            <a:off x="341905" y="1926076"/>
            <a:ext cx="8395011" cy="542923"/>
          </a:xfrm>
          <a:prstGeom prst="rect">
            <a:avLst/>
          </a:prstGeom>
        </p:spPr>
        <p:txBody>
          <a:bodyPr tIns="36000">
            <a:noAutofit/>
          </a:bodyPr>
          <a:lstStyle>
            <a:lvl1pPr marL="0" indent="0" algn="l">
              <a:lnSpc>
                <a:spcPct val="100000"/>
              </a:lnSpc>
              <a:buNone/>
              <a:defRPr sz="1600" b="0">
                <a:solidFill>
                  <a:srgbClr val="023B6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ZA" dirty="0"/>
          </a:p>
        </p:txBody>
      </p:sp>
      <p:pic>
        <p:nvPicPr>
          <p:cNvPr id="13" name="Picture 12">
            <a:extLst>
              <a:ext uri="{FF2B5EF4-FFF2-40B4-BE49-F238E27FC236}">
                <a16:creationId xmlns:a16="http://schemas.microsoft.com/office/drawing/2014/main" id="{4CBC97A8-2029-C047-A9AF-509A77CAE52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36917" y="260649"/>
            <a:ext cx="3221617" cy="1457398"/>
          </a:xfrm>
          <a:prstGeom prst="rect">
            <a:avLst/>
          </a:prstGeom>
        </p:spPr>
      </p:pic>
      <p:sp>
        <p:nvSpPr>
          <p:cNvPr id="18" name="Rectangle 17">
            <a:extLst>
              <a:ext uri="{FF2B5EF4-FFF2-40B4-BE49-F238E27FC236}">
                <a16:creationId xmlns:a16="http://schemas.microsoft.com/office/drawing/2014/main" id="{9935F8EE-3642-F14F-9910-094F504FBF3B}"/>
              </a:ext>
            </a:extLst>
          </p:cNvPr>
          <p:cNvSpPr/>
          <p:nvPr userDrawn="1"/>
        </p:nvSpPr>
        <p:spPr>
          <a:xfrm>
            <a:off x="119336" y="6569060"/>
            <a:ext cx="1183337" cy="200055"/>
          </a:xfrm>
          <a:prstGeom prst="rect">
            <a:avLst/>
          </a:prstGeom>
        </p:spPr>
        <p:txBody>
          <a:bodyPr wrap="none">
            <a:spAutoFit/>
          </a:bodyPr>
          <a:lstStyle/>
          <a:p>
            <a:r>
              <a:rPr lang="en-US" sz="700" dirty="0">
                <a:solidFill>
                  <a:srgbClr val="023B61"/>
                </a:solidFill>
                <a:latin typeface="Arial"/>
              </a:rPr>
              <a:t>Copyright ©, 2023, Sasol</a:t>
            </a:r>
          </a:p>
        </p:txBody>
      </p:sp>
      <p:sp>
        <p:nvSpPr>
          <p:cNvPr id="8" name="Picture Placeholder 2">
            <a:extLst>
              <a:ext uri="{FF2B5EF4-FFF2-40B4-BE49-F238E27FC236}">
                <a16:creationId xmlns:a16="http://schemas.microsoft.com/office/drawing/2014/main" id="{8FC962EF-6640-D84A-AB77-727A68CFFDE1}"/>
              </a:ext>
            </a:extLst>
          </p:cNvPr>
          <p:cNvSpPr>
            <a:spLocks noGrp="1"/>
          </p:cNvSpPr>
          <p:nvPr>
            <p:ph type="pic" sz="quarter" idx="12"/>
          </p:nvPr>
        </p:nvSpPr>
        <p:spPr>
          <a:xfrm>
            <a:off x="4650664" y="2636913"/>
            <a:ext cx="3619576" cy="1914767"/>
          </a:xfrm>
        </p:spPr>
        <p:txBody>
          <a:bodyPr/>
          <a:lstStyle>
            <a:lvl1pPr>
              <a:defRPr sz="1100"/>
            </a:lvl1pPr>
          </a:lstStyle>
          <a:p>
            <a:endParaRPr lang="en-US" dirty="0"/>
          </a:p>
        </p:txBody>
      </p:sp>
      <p:sp>
        <p:nvSpPr>
          <p:cNvPr id="9" name="Picture Placeholder 2">
            <a:extLst>
              <a:ext uri="{FF2B5EF4-FFF2-40B4-BE49-F238E27FC236}">
                <a16:creationId xmlns:a16="http://schemas.microsoft.com/office/drawing/2014/main" id="{CAAB4E46-C3E2-7B4E-A933-D1ACC3116C60}"/>
              </a:ext>
            </a:extLst>
          </p:cNvPr>
          <p:cNvSpPr>
            <a:spLocks noGrp="1"/>
          </p:cNvSpPr>
          <p:nvPr>
            <p:ph type="pic" sz="quarter" idx="13"/>
          </p:nvPr>
        </p:nvSpPr>
        <p:spPr>
          <a:xfrm>
            <a:off x="4650664" y="4719594"/>
            <a:ext cx="3619576" cy="1733743"/>
          </a:xfrm>
        </p:spPr>
        <p:txBody>
          <a:bodyPr/>
          <a:lstStyle>
            <a:lvl1pPr>
              <a:defRPr sz="1100"/>
            </a:lvl1pPr>
          </a:lstStyle>
          <a:p>
            <a:endParaRPr lang="en-US" dirty="0"/>
          </a:p>
        </p:txBody>
      </p:sp>
      <p:sp>
        <p:nvSpPr>
          <p:cNvPr id="10" name="Picture Placeholder 2">
            <a:extLst>
              <a:ext uri="{FF2B5EF4-FFF2-40B4-BE49-F238E27FC236}">
                <a16:creationId xmlns:a16="http://schemas.microsoft.com/office/drawing/2014/main" id="{9B237B44-BF57-E844-ABC7-12946D5F3B53}"/>
              </a:ext>
            </a:extLst>
          </p:cNvPr>
          <p:cNvSpPr>
            <a:spLocks noGrp="1"/>
          </p:cNvSpPr>
          <p:nvPr>
            <p:ph type="pic" sz="quarter" idx="14"/>
          </p:nvPr>
        </p:nvSpPr>
        <p:spPr>
          <a:xfrm>
            <a:off x="8407248" y="2636913"/>
            <a:ext cx="3784752" cy="1914767"/>
          </a:xfrm>
        </p:spPr>
        <p:txBody>
          <a:bodyPr/>
          <a:lstStyle>
            <a:lvl1pPr>
              <a:defRPr sz="1100"/>
            </a:lvl1pPr>
          </a:lstStyle>
          <a:p>
            <a:endParaRPr lang="en-US" dirty="0"/>
          </a:p>
        </p:txBody>
      </p:sp>
      <p:sp>
        <p:nvSpPr>
          <p:cNvPr id="11" name="Picture Placeholder 2">
            <a:extLst>
              <a:ext uri="{FF2B5EF4-FFF2-40B4-BE49-F238E27FC236}">
                <a16:creationId xmlns:a16="http://schemas.microsoft.com/office/drawing/2014/main" id="{8AE231C4-AEBF-F943-8A3D-93252126525E}"/>
              </a:ext>
            </a:extLst>
          </p:cNvPr>
          <p:cNvSpPr>
            <a:spLocks noGrp="1"/>
          </p:cNvSpPr>
          <p:nvPr>
            <p:ph type="pic" sz="quarter" idx="15"/>
          </p:nvPr>
        </p:nvSpPr>
        <p:spPr>
          <a:xfrm>
            <a:off x="8407248" y="4719594"/>
            <a:ext cx="3784752" cy="1733743"/>
          </a:xfrm>
        </p:spPr>
        <p:txBody>
          <a:bodyPr/>
          <a:lstStyle>
            <a:lvl1pPr>
              <a:defRPr sz="1100"/>
            </a:lvl1pPr>
          </a:lstStyle>
          <a:p>
            <a:endParaRPr lang="en-US" dirty="0"/>
          </a:p>
        </p:txBody>
      </p:sp>
      <p:sp>
        <p:nvSpPr>
          <p:cNvPr id="12" name="Picture Placeholder 2">
            <a:extLst>
              <a:ext uri="{FF2B5EF4-FFF2-40B4-BE49-F238E27FC236}">
                <a16:creationId xmlns:a16="http://schemas.microsoft.com/office/drawing/2014/main" id="{629A7917-83A0-2940-97A1-AF556CF238CB}"/>
              </a:ext>
            </a:extLst>
          </p:cNvPr>
          <p:cNvSpPr>
            <a:spLocks noGrp="1"/>
          </p:cNvSpPr>
          <p:nvPr>
            <p:ph type="pic" sz="quarter" idx="11"/>
          </p:nvPr>
        </p:nvSpPr>
        <p:spPr>
          <a:xfrm>
            <a:off x="0" y="2636913"/>
            <a:ext cx="4511039" cy="3816424"/>
          </a:xfrm>
        </p:spPr>
        <p:txBody>
          <a:bodyPr/>
          <a:lstStyle>
            <a:lvl1pPr>
              <a:defRPr sz="1100"/>
            </a:lvl1pPr>
          </a:lstStyle>
          <a:p>
            <a:endParaRPr lang="en-US" dirty="0"/>
          </a:p>
        </p:txBody>
      </p:sp>
    </p:spTree>
    <p:extLst>
      <p:ext uri="{BB962C8B-B14F-4D97-AF65-F5344CB8AC3E}">
        <p14:creationId xmlns:p14="http://schemas.microsoft.com/office/powerpoint/2010/main" val="1356175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26182A-4B91-844E-B975-CDB67C9EEA71}"/>
              </a:ext>
            </a:extLst>
          </p:cNvPr>
          <p:cNvSpPr/>
          <p:nvPr userDrawn="1"/>
        </p:nvSpPr>
        <p:spPr>
          <a:xfrm>
            <a:off x="0" y="6480175"/>
            <a:ext cx="12192000" cy="377825"/>
          </a:xfrm>
          <a:prstGeom prst="rect">
            <a:avLst/>
          </a:prstGeom>
          <a:solidFill>
            <a:srgbClr val="E1EBF1">
              <a:alpha val="5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solidFill>
                <a:prstClr val="white"/>
              </a:solidFill>
            </a:endParaRPr>
          </a:p>
        </p:txBody>
      </p:sp>
      <p:sp>
        <p:nvSpPr>
          <p:cNvPr id="29" name="Rectangle 28">
            <a:extLst>
              <a:ext uri="{FF2B5EF4-FFF2-40B4-BE49-F238E27FC236}">
                <a16:creationId xmlns:a16="http://schemas.microsoft.com/office/drawing/2014/main" id="{F1D05AB2-BC4F-014F-89AA-54A6ECFDB3BD}"/>
              </a:ext>
            </a:extLst>
          </p:cNvPr>
          <p:cNvSpPr/>
          <p:nvPr userDrawn="1"/>
        </p:nvSpPr>
        <p:spPr>
          <a:xfrm>
            <a:off x="6258284" y="1812561"/>
            <a:ext cx="5933715" cy="4667614"/>
          </a:xfrm>
          <a:prstGeom prst="rect">
            <a:avLst/>
          </a:prstGeom>
          <a:solidFill>
            <a:srgbClr val="E1EBF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solidFill>
                <a:prstClr val="white"/>
              </a:solidFill>
            </a:endParaRPr>
          </a:p>
        </p:txBody>
      </p:sp>
      <p:pic>
        <p:nvPicPr>
          <p:cNvPr id="14" name="Picture 13">
            <a:extLst>
              <a:ext uri="{FF2B5EF4-FFF2-40B4-BE49-F238E27FC236}">
                <a16:creationId xmlns:a16="http://schemas.microsoft.com/office/drawing/2014/main" id="{479D3BAA-B020-B847-A80E-FCA91D9499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36917" y="260649"/>
            <a:ext cx="3221617" cy="1457398"/>
          </a:xfrm>
          <a:prstGeom prst="rect">
            <a:avLst/>
          </a:prstGeom>
        </p:spPr>
      </p:pic>
      <p:sp>
        <p:nvSpPr>
          <p:cNvPr id="22" name="Rectangle 6">
            <a:extLst>
              <a:ext uri="{FF2B5EF4-FFF2-40B4-BE49-F238E27FC236}">
                <a16:creationId xmlns:a16="http://schemas.microsoft.com/office/drawing/2014/main" id="{0242EF1D-E640-0F4B-97ED-51B9DE65E365}"/>
              </a:ext>
            </a:extLst>
          </p:cNvPr>
          <p:cNvSpPr>
            <a:spLocks noChangeArrowheads="1"/>
          </p:cNvSpPr>
          <p:nvPr userDrawn="1"/>
        </p:nvSpPr>
        <p:spPr bwMode="auto">
          <a:xfrm>
            <a:off x="11280776" y="6540063"/>
            <a:ext cx="5762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r" eaLnBrk="1" hangingPunct="1">
              <a:defRPr/>
            </a:pPr>
            <a:fld id="{05A3B1D6-BE7D-ED47-BA2A-F92B9238A21D}" type="slidenum">
              <a:rPr lang="en-ZA" altLang="en-US" sz="800" b="1" smtClean="0">
                <a:solidFill>
                  <a:srgbClr val="023B61"/>
                </a:solidFill>
              </a:rPr>
              <a:pPr algn="r" eaLnBrk="1" hangingPunct="1">
                <a:defRPr/>
              </a:pPr>
              <a:t>‹#›</a:t>
            </a:fld>
            <a:endParaRPr lang="en-ZA" altLang="en-US" sz="800" b="1" dirty="0">
              <a:solidFill>
                <a:srgbClr val="023B61"/>
              </a:solidFill>
            </a:endParaRPr>
          </a:p>
        </p:txBody>
      </p:sp>
      <p:sp>
        <p:nvSpPr>
          <p:cNvPr id="25" name="Rectangle 24">
            <a:extLst>
              <a:ext uri="{FF2B5EF4-FFF2-40B4-BE49-F238E27FC236}">
                <a16:creationId xmlns:a16="http://schemas.microsoft.com/office/drawing/2014/main" id="{81B1360F-5F53-A54C-9B8A-3582A87B5DCA}"/>
              </a:ext>
            </a:extLst>
          </p:cNvPr>
          <p:cNvSpPr/>
          <p:nvPr userDrawn="1"/>
        </p:nvSpPr>
        <p:spPr>
          <a:xfrm>
            <a:off x="119336" y="6569060"/>
            <a:ext cx="1183337" cy="200055"/>
          </a:xfrm>
          <a:prstGeom prst="rect">
            <a:avLst/>
          </a:prstGeom>
        </p:spPr>
        <p:txBody>
          <a:bodyPr wrap="none">
            <a:spAutoFit/>
          </a:bodyPr>
          <a:lstStyle/>
          <a:p>
            <a:r>
              <a:rPr lang="en-US" sz="700" dirty="0">
                <a:solidFill>
                  <a:srgbClr val="023B61"/>
                </a:solidFill>
                <a:latin typeface="Arial"/>
              </a:rPr>
              <a:t>Copyright ©, 2023, Sasol</a:t>
            </a:r>
          </a:p>
        </p:txBody>
      </p:sp>
      <p:sp>
        <p:nvSpPr>
          <p:cNvPr id="30" name="Title 1">
            <a:extLst>
              <a:ext uri="{FF2B5EF4-FFF2-40B4-BE49-F238E27FC236}">
                <a16:creationId xmlns:a16="http://schemas.microsoft.com/office/drawing/2014/main" id="{0A591E79-A8B2-C342-8373-56C03B2F5382}"/>
              </a:ext>
            </a:extLst>
          </p:cNvPr>
          <p:cNvSpPr>
            <a:spLocks noGrp="1"/>
          </p:cNvSpPr>
          <p:nvPr>
            <p:ph type="ctrTitle" hasCustomPrompt="1"/>
          </p:nvPr>
        </p:nvSpPr>
        <p:spPr>
          <a:xfrm>
            <a:off x="6612698" y="2793412"/>
            <a:ext cx="5034015" cy="1457398"/>
          </a:xfrm>
        </p:spPr>
        <p:txBody>
          <a:bodyPr anchor="b"/>
          <a:lstStyle>
            <a:lvl1pPr algn="l">
              <a:lnSpc>
                <a:spcPct val="100000"/>
              </a:lnSpc>
              <a:defRPr sz="2200">
                <a:solidFill>
                  <a:srgbClr val="023B61"/>
                </a:solidFill>
              </a:defRPr>
            </a:lvl1pPr>
          </a:lstStyle>
          <a:p>
            <a:r>
              <a:rPr lang="en-US" dirty="0"/>
              <a:t>CLICK TO EDIT MASTER TITLE STYLE</a:t>
            </a:r>
            <a:endParaRPr lang="en-ZA" dirty="0"/>
          </a:p>
        </p:txBody>
      </p:sp>
      <p:sp>
        <p:nvSpPr>
          <p:cNvPr id="31" name="Subtitle 2">
            <a:extLst>
              <a:ext uri="{FF2B5EF4-FFF2-40B4-BE49-F238E27FC236}">
                <a16:creationId xmlns:a16="http://schemas.microsoft.com/office/drawing/2014/main" id="{73B99938-01AA-C243-B8A6-0434305054FC}"/>
              </a:ext>
            </a:extLst>
          </p:cNvPr>
          <p:cNvSpPr>
            <a:spLocks noGrp="1"/>
          </p:cNvSpPr>
          <p:nvPr>
            <p:ph type="subTitle" idx="1"/>
          </p:nvPr>
        </p:nvSpPr>
        <p:spPr>
          <a:xfrm>
            <a:off x="6612698" y="4343115"/>
            <a:ext cx="5034015" cy="1034081"/>
          </a:xfrm>
          <a:prstGeom prst="rect">
            <a:avLst/>
          </a:prstGeom>
        </p:spPr>
        <p:txBody>
          <a:bodyPr tIns="36000">
            <a:noAutofit/>
          </a:bodyPr>
          <a:lstStyle>
            <a:lvl1pPr marL="0" indent="0" algn="l">
              <a:lnSpc>
                <a:spcPct val="100000"/>
              </a:lnSpc>
              <a:buNone/>
              <a:defRPr sz="1600" b="0">
                <a:solidFill>
                  <a:srgbClr val="023B6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ZA" dirty="0"/>
          </a:p>
        </p:txBody>
      </p:sp>
      <p:sp>
        <p:nvSpPr>
          <p:cNvPr id="11" name="Picture Placeholder 2">
            <a:extLst>
              <a:ext uri="{FF2B5EF4-FFF2-40B4-BE49-F238E27FC236}">
                <a16:creationId xmlns:a16="http://schemas.microsoft.com/office/drawing/2014/main" id="{1C691021-C3B5-FE48-A75E-4D82588D59CA}"/>
              </a:ext>
            </a:extLst>
          </p:cNvPr>
          <p:cNvSpPr>
            <a:spLocks noGrp="1"/>
          </p:cNvSpPr>
          <p:nvPr>
            <p:ph type="pic" sz="quarter" idx="10"/>
          </p:nvPr>
        </p:nvSpPr>
        <p:spPr>
          <a:xfrm>
            <a:off x="4164247" y="5285050"/>
            <a:ext cx="1993125" cy="1168286"/>
          </a:xfrm>
        </p:spPr>
        <p:txBody>
          <a:bodyPr/>
          <a:lstStyle>
            <a:lvl1pPr>
              <a:defRPr sz="1100"/>
            </a:lvl1pPr>
          </a:lstStyle>
          <a:p>
            <a:endParaRPr lang="en-US" dirty="0"/>
          </a:p>
        </p:txBody>
      </p:sp>
      <p:sp>
        <p:nvSpPr>
          <p:cNvPr id="12" name="Picture Placeholder 2">
            <a:extLst>
              <a:ext uri="{FF2B5EF4-FFF2-40B4-BE49-F238E27FC236}">
                <a16:creationId xmlns:a16="http://schemas.microsoft.com/office/drawing/2014/main" id="{EF6EAF38-09F2-5E45-9605-896903160B32}"/>
              </a:ext>
            </a:extLst>
          </p:cNvPr>
          <p:cNvSpPr>
            <a:spLocks noGrp="1"/>
          </p:cNvSpPr>
          <p:nvPr>
            <p:ph type="pic" sz="quarter" idx="11"/>
          </p:nvPr>
        </p:nvSpPr>
        <p:spPr>
          <a:xfrm>
            <a:off x="1443921" y="5277876"/>
            <a:ext cx="2634942" cy="1186092"/>
          </a:xfrm>
        </p:spPr>
        <p:txBody>
          <a:bodyPr/>
          <a:lstStyle>
            <a:lvl1pPr>
              <a:defRPr sz="1100"/>
            </a:lvl1pPr>
          </a:lstStyle>
          <a:p>
            <a:endParaRPr lang="en-US" dirty="0"/>
          </a:p>
        </p:txBody>
      </p:sp>
      <p:sp>
        <p:nvSpPr>
          <p:cNvPr id="13" name="Picture Placeholder 2">
            <a:extLst>
              <a:ext uri="{FF2B5EF4-FFF2-40B4-BE49-F238E27FC236}">
                <a16:creationId xmlns:a16="http://schemas.microsoft.com/office/drawing/2014/main" id="{198AE5FF-D437-0245-B862-F7AD77299D5A}"/>
              </a:ext>
            </a:extLst>
          </p:cNvPr>
          <p:cNvSpPr>
            <a:spLocks noGrp="1"/>
          </p:cNvSpPr>
          <p:nvPr>
            <p:ph type="pic" sz="quarter" idx="12"/>
          </p:nvPr>
        </p:nvSpPr>
        <p:spPr>
          <a:xfrm>
            <a:off x="-66" y="4648464"/>
            <a:ext cx="1358603" cy="1815504"/>
          </a:xfrm>
        </p:spPr>
        <p:txBody>
          <a:bodyPr/>
          <a:lstStyle>
            <a:lvl1pPr>
              <a:defRPr sz="1100"/>
            </a:lvl1pPr>
          </a:lstStyle>
          <a:p>
            <a:endParaRPr lang="en-US" dirty="0"/>
          </a:p>
        </p:txBody>
      </p:sp>
      <p:sp>
        <p:nvSpPr>
          <p:cNvPr id="15" name="Picture Placeholder 2">
            <a:extLst>
              <a:ext uri="{FF2B5EF4-FFF2-40B4-BE49-F238E27FC236}">
                <a16:creationId xmlns:a16="http://schemas.microsoft.com/office/drawing/2014/main" id="{BFACE206-9FCC-DD43-BD9A-83B43548CE9A}"/>
              </a:ext>
            </a:extLst>
          </p:cNvPr>
          <p:cNvSpPr>
            <a:spLocks noGrp="1"/>
          </p:cNvSpPr>
          <p:nvPr>
            <p:ph type="pic" sz="quarter" idx="13"/>
          </p:nvPr>
        </p:nvSpPr>
        <p:spPr>
          <a:xfrm>
            <a:off x="1443921" y="3696958"/>
            <a:ext cx="2019726" cy="1498096"/>
          </a:xfrm>
        </p:spPr>
        <p:txBody>
          <a:bodyPr/>
          <a:lstStyle>
            <a:lvl1pPr>
              <a:defRPr sz="1100"/>
            </a:lvl1pPr>
          </a:lstStyle>
          <a:p>
            <a:endParaRPr lang="en-US" dirty="0"/>
          </a:p>
        </p:txBody>
      </p:sp>
      <p:sp>
        <p:nvSpPr>
          <p:cNvPr id="16" name="Picture Placeholder 2">
            <a:extLst>
              <a:ext uri="{FF2B5EF4-FFF2-40B4-BE49-F238E27FC236}">
                <a16:creationId xmlns:a16="http://schemas.microsoft.com/office/drawing/2014/main" id="{E19C0D9A-6B0B-FC4C-B6FE-158CA9D93A85}"/>
              </a:ext>
            </a:extLst>
          </p:cNvPr>
          <p:cNvSpPr>
            <a:spLocks noGrp="1"/>
          </p:cNvSpPr>
          <p:nvPr>
            <p:ph type="pic" sz="quarter" idx="14"/>
          </p:nvPr>
        </p:nvSpPr>
        <p:spPr>
          <a:xfrm>
            <a:off x="3549031" y="3691878"/>
            <a:ext cx="2608340" cy="1498096"/>
          </a:xfrm>
        </p:spPr>
        <p:txBody>
          <a:bodyPr/>
          <a:lstStyle>
            <a:lvl1pPr>
              <a:defRPr sz="1100"/>
            </a:lvl1pPr>
          </a:lstStyle>
          <a:p>
            <a:endParaRPr lang="en-US" dirty="0"/>
          </a:p>
        </p:txBody>
      </p:sp>
      <p:sp>
        <p:nvSpPr>
          <p:cNvPr id="17" name="Picture Placeholder 2">
            <a:extLst>
              <a:ext uri="{FF2B5EF4-FFF2-40B4-BE49-F238E27FC236}">
                <a16:creationId xmlns:a16="http://schemas.microsoft.com/office/drawing/2014/main" id="{A4A9DDE0-6907-D442-87C3-ED59200C542B}"/>
              </a:ext>
            </a:extLst>
          </p:cNvPr>
          <p:cNvSpPr>
            <a:spLocks noGrp="1"/>
          </p:cNvSpPr>
          <p:nvPr>
            <p:ph type="pic" sz="quarter" idx="15"/>
          </p:nvPr>
        </p:nvSpPr>
        <p:spPr>
          <a:xfrm>
            <a:off x="4032997" y="1819634"/>
            <a:ext cx="2124374" cy="1787162"/>
          </a:xfrm>
        </p:spPr>
        <p:txBody>
          <a:bodyPr/>
          <a:lstStyle>
            <a:lvl1pPr>
              <a:defRPr sz="1100"/>
            </a:lvl1pPr>
          </a:lstStyle>
          <a:p>
            <a:endParaRPr lang="en-US" dirty="0"/>
          </a:p>
        </p:txBody>
      </p:sp>
      <p:sp>
        <p:nvSpPr>
          <p:cNvPr id="18" name="Picture Placeholder 2">
            <a:extLst>
              <a:ext uri="{FF2B5EF4-FFF2-40B4-BE49-F238E27FC236}">
                <a16:creationId xmlns:a16="http://schemas.microsoft.com/office/drawing/2014/main" id="{5EFA8DF7-F40C-F945-8B54-C9928A3591D0}"/>
              </a:ext>
            </a:extLst>
          </p:cNvPr>
          <p:cNvSpPr>
            <a:spLocks noGrp="1"/>
          </p:cNvSpPr>
          <p:nvPr>
            <p:ph type="pic" sz="quarter" idx="16"/>
          </p:nvPr>
        </p:nvSpPr>
        <p:spPr>
          <a:xfrm>
            <a:off x="1457425" y="1816814"/>
            <a:ext cx="2490188" cy="1787162"/>
          </a:xfrm>
        </p:spPr>
        <p:txBody>
          <a:bodyPr/>
          <a:lstStyle>
            <a:lvl1pPr>
              <a:defRPr sz="1100"/>
            </a:lvl1pPr>
          </a:lstStyle>
          <a:p>
            <a:endParaRPr lang="en-US" dirty="0"/>
          </a:p>
        </p:txBody>
      </p:sp>
      <p:sp>
        <p:nvSpPr>
          <p:cNvPr id="19" name="Picture Placeholder 2">
            <a:extLst>
              <a:ext uri="{FF2B5EF4-FFF2-40B4-BE49-F238E27FC236}">
                <a16:creationId xmlns:a16="http://schemas.microsoft.com/office/drawing/2014/main" id="{16883076-8060-0A43-9A94-2B217F188C5B}"/>
              </a:ext>
            </a:extLst>
          </p:cNvPr>
          <p:cNvSpPr>
            <a:spLocks noGrp="1"/>
          </p:cNvSpPr>
          <p:nvPr>
            <p:ph type="pic" sz="quarter" idx="17"/>
          </p:nvPr>
        </p:nvSpPr>
        <p:spPr>
          <a:xfrm>
            <a:off x="-8708" y="1812560"/>
            <a:ext cx="1380749" cy="1787162"/>
          </a:xfrm>
        </p:spPr>
        <p:txBody>
          <a:bodyPr/>
          <a:lstStyle>
            <a:lvl1pPr>
              <a:defRPr sz="1100"/>
            </a:lvl1pPr>
          </a:lstStyle>
          <a:p>
            <a:endParaRPr lang="en-US" dirty="0"/>
          </a:p>
        </p:txBody>
      </p:sp>
      <p:sp>
        <p:nvSpPr>
          <p:cNvPr id="20" name="Picture Placeholder 2">
            <a:extLst>
              <a:ext uri="{FF2B5EF4-FFF2-40B4-BE49-F238E27FC236}">
                <a16:creationId xmlns:a16="http://schemas.microsoft.com/office/drawing/2014/main" id="{587A30C8-5E5C-1D4B-8E42-133420659E02}"/>
              </a:ext>
            </a:extLst>
          </p:cNvPr>
          <p:cNvSpPr>
            <a:spLocks noGrp="1"/>
          </p:cNvSpPr>
          <p:nvPr>
            <p:ph type="pic" sz="quarter" idx="18"/>
          </p:nvPr>
        </p:nvSpPr>
        <p:spPr>
          <a:xfrm>
            <a:off x="-11140" y="3667648"/>
            <a:ext cx="1380749" cy="904352"/>
          </a:xfrm>
        </p:spPr>
        <p:txBody>
          <a:bodyPr/>
          <a:lstStyle>
            <a:lvl1pPr>
              <a:defRPr sz="1100"/>
            </a:lvl1pPr>
          </a:lstStyle>
          <a:p>
            <a:endParaRPr lang="en-US" dirty="0"/>
          </a:p>
        </p:txBody>
      </p:sp>
      <p:pic>
        <p:nvPicPr>
          <p:cNvPr id="2" name="Picture 1">
            <a:extLst>
              <a:ext uri="{FF2B5EF4-FFF2-40B4-BE49-F238E27FC236}">
                <a16:creationId xmlns:a16="http://schemas.microsoft.com/office/drawing/2014/main" id="{781F66A8-F553-0AF8-C2F5-2FAB7FAA337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772559" y="4102701"/>
            <a:ext cx="1419441" cy="2378474"/>
          </a:xfrm>
          <a:prstGeom prst="rect">
            <a:avLst/>
          </a:prstGeom>
        </p:spPr>
      </p:pic>
    </p:spTree>
    <p:extLst>
      <p:ext uri="{BB962C8B-B14F-4D97-AF65-F5344CB8AC3E}">
        <p14:creationId xmlns:p14="http://schemas.microsoft.com/office/powerpoint/2010/main" val="1406499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slide option 2">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1D05AB2-BC4F-014F-89AA-54A6ECFDB3BD}"/>
              </a:ext>
            </a:extLst>
          </p:cNvPr>
          <p:cNvSpPr/>
          <p:nvPr userDrawn="1"/>
        </p:nvSpPr>
        <p:spPr>
          <a:xfrm>
            <a:off x="6258284" y="1812561"/>
            <a:ext cx="5933715" cy="4667614"/>
          </a:xfrm>
          <a:prstGeom prst="rect">
            <a:avLst/>
          </a:prstGeom>
          <a:solidFill>
            <a:srgbClr val="023B6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solidFill>
                <a:prstClr val="white"/>
              </a:solidFill>
            </a:endParaRPr>
          </a:p>
        </p:txBody>
      </p:sp>
      <p:pic>
        <p:nvPicPr>
          <p:cNvPr id="14" name="Picture 13">
            <a:extLst>
              <a:ext uri="{FF2B5EF4-FFF2-40B4-BE49-F238E27FC236}">
                <a16:creationId xmlns:a16="http://schemas.microsoft.com/office/drawing/2014/main" id="{479D3BAA-B020-B847-A80E-FCA91D9499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36917" y="260649"/>
            <a:ext cx="3221617" cy="1457398"/>
          </a:xfrm>
          <a:prstGeom prst="rect">
            <a:avLst/>
          </a:prstGeom>
        </p:spPr>
      </p:pic>
      <p:sp>
        <p:nvSpPr>
          <p:cNvPr id="30" name="Title 1">
            <a:extLst>
              <a:ext uri="{FF2B5EF4-FFF2-40B4-BE49-F238E27FC236}">
                <a16:creationId xmlns:a16="http://schemas.microsoft.com/office/drawing/2014/main" id="{0A591E79-A8B2-C342-8373-56C03B2F5382}"/>
              </a:ext>
            </a:extLst>
          </p:cNvPr>
          <p:cNvSpPr>
            <a:spLocks noGrp="1"/>
          </p:cNvSpPr>
          <p:nvPr>
            <p:ph type="ctrTitle" hasCustomPrompt="1"/>
          </p:nvPr>
        </p:nvSpPr>
        <p:spPr>
          <a:xfrm>
            <a:off x="6612698" y="2793412"/>
            <a:ext cx="5034015" cy="1457398"/>
          </a:xfrm>
        </p:spPr>
        <p:txBody>
          <a:bodyPr anchor="b"/>
          <a:lstStyle>
            <a:lvl1pPr algn="l">
              <a:lnSpc>
                <a:spcPct val="100000"/>
              </a:lnSpc>
              <a:defRPr sz="2200">
                <a:solidFill>
                  <a:schemeClr val="bg1"/>
                </a:solidFill>
              </a:defRPr>
            </a:lvl1pPr>
          </a:lstStyle>
          <a:p>
            <a:r>
              <a:rPr lang="en-US" dirty="0"/>
              <a:t>CLICK TO EDIT MASTER TITLE STYLE</a:t>
            </a:r>
            <a:endParaRPr lang="en-ZA" dirty="0"/>
          </a:p>
        </p:txBody>
      </p:sp>
      <p:sp>
        <p:nvSpPr>
          <p:cNvPr id="31" name="Subtitle 2">
            <a:extLst>
              <a:ext uri="{FF2B5EF4-FFF2-40B4-BE49-F238E27FC236}">
                <a16:creationId xmlns:a16="http://schemas.microsoft.com/office/drawing/2014/main" id="{73B99938-01AA-C243-B8A6-0434305054FC}"/>
              </a:ext>
            </a:extLst>
          </p:cNvPr>
          <p:cNvSpPr>
            <a:spLocks noGrp="1"/>
          </p:cNvSpPr>
          <p:nvPr>
            <p:ph type="subTitle" idx="1"/>
          </p:nvPr>
        </p:nvSpPr>
        <p:spPr>
          <a:xfrm>
            <a:off x="6612698" y="4343115"/>
            <a:ext cx="5034015" cy="1034081"/>
          </a:xfrm>
          <a:prstGeom prst="rect">
            <a:avLst/>
          </a:prstGeom>
        </p:spPr>
        <p:txBody>
          <a:bodyPr tIns="36000">
            <a:noAutofit/>
          </a:bodyPr>
          <a:lstStyle>
            <a:lvl1pPr marL="0" indent="0" algn="l">
              <a:lnSpc>
                <a:spcPct val="100000"/>
              </a:lnSpc>
              <a:buNone/>
              <a:defRPr sz="1600" b="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ZA" dirty="0"/>
          </a:p>
        </p:txBody>
      </p:sp>
      <p:sp>
        <p:nvSpPr>
          <p:cNvPr id="11" name="Rectangle 10">
            <a:extLst>
              <a:ext uri="{FF2B5EF4-FFF2-40B4-BE49-F238E27FC236}">
                <a16:creationId xmlns:a16="http://schemas.microsoft.com/office/drawing/2014/main" id="{F6E9E9AB-9BE9-F64E-9D97-579EFA9FB0DE}"/>
              </a:ext>
            </a:extLst>
          </p:cNvPr>
          <p:cNvSpPr/>
          <p:nvPr userDrawn="1"/>
        </p:nvSpPr>
        <p:spPr>
          <a:xfrm>
            <a:off x="0" y="6480175"/>
            <a:ext cx="12192000" cy="377825"/>
          </a:xfrm>
          <a:prstGeom prst="rect">
            <a:avLst/>
          </a:prstGeom>
          <a:solidFill>
            <a:srgbClr val="E1EBF1">
              <a:alpha val="5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solidFill>
                <a:prstClr val="white"/>
              </a:solidFill>
            </a:endParaRPr>
          </a:p>
        </p:txBody>
      </p:sp>
      <p:sp>
        <p:nvSpPr>
          <p:cNvPr id="12" name="Rectangle 6">
            <a:extLst>
              <a:ext uri="{FF2B5EF4-FFF2-40B4-BE49-F238E27FC236}">
                <a16:creationId xmlns:a16="http://schemas.microsoft.com/office/drawing/2014/main" id="{354BA4B4-3A89-B74C-AC85-048BAFC1C796}"/>
              </a:ext>
            </a:extLst>
          </p:cNvPr>
          <p:cNvSpPr>
            <a:spLocks noChangeArrowheads="1"/>
          </p:cNvSpPr>
          <p:nvPr userDrawn="1"/>
        </p:nvSpPr>
        <p:spPr bwMode="auto">
          <a:xfrm>
            <a:off x="11280776" y="6540063"/>
            <a:ext cx="5762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r" eaLnBrk="1" hangingPunct="1">
              <a:defRPr/>
            </a:pPr>
            <a:fld id="{05A3B1D6-BE7D-ED47-BA2A-F92B9238A21D}" type="slidenum">
              <a:rPr lang="en-ZA" altLang="en-US" sz="800" b="1" smtClean="0">
                <a:solidFill>
                  <a:srgbClr val="023B61"/>
                </a:solidFill>
              </a:rPr>
              <a:pPr algn="r" eaLnBrk="1" hangingPunct="1">
                <a:defRPr/>
              </a:pPr>
              <a:t>‹#›</a:t>
            </a:fld>
            <a:endParaRPr lang="en-ZA" altLang="en-US" sz="800" b="1" dirty="0">
              <a:solidFill>
                <a:srgbClr val="023B61"/>
              </a:solidFill>
            </a:endParaRPr>
          </a:p>
        </p:txBody>
      </p:sp>
      <p:sp>
        <p:nvSpPr>
          <p:cNvPr id="13" name="Rectangle 12">
            <a:extLst>
              <a:ext uri="{FF2B5EF4-FFF2-40B4-BE49-F238E27FC236}">
                <a16:creationId xmlns:a16="http://schemas.microsoft.com/office/drawing/2014/main" id="{89CA7DA9-1D60-ED4F-A394-2FA8452A9125}"/>
              </a:ext>
            </a:extLst>
          </p:cNvPr>
          <p:cNvSpPr/>
          <p:nvPr userDrawn="1"/>
        </p:nvSpPr>
        <p:spPr>
          <a:xfrm>
            <a:off x="119336" y="6569060"/>
            <a:ext cx="1183337" cy="200055"/>
          </a:xfrm>
          <a:prstGeom prst="rect">
            <a:avLst/>
          </a:prstGeom>
        </p:spPr>
        <p:txBody>
          <a:bodyPr wrap="none">
            <a:spAutoFit/>
          </a:bodyPr>
          <a:lstStyle/>
          <a:p>
            <a:r>
              <a:rPr lang="en-US" sz="700" dirty="0">
                <a:solidFill>
                  <a:srgbClr val="023B61"/>
                </a:solidFill>
                <a:latin typeface="Arial"/>
              </a:rPr>
              <a:t>Copyright ©, 2023, Sasol</a:t>
            </a:r>
          </a:p>
        </p:txBody>
      </p:sp>
      <p:sp>
        <p:nvSpPr>
          <p:cNvPr id="10" name="Picture Placeholder 2">
            <a:extLst>
              <a:ext uri="{FF2B5EF4-FFF2-40B4-BE49-F238E27FC236}">
                <a16:creationId xmlns:a16="http://schemas.microsoft.com/office/drawing/2014/main" id="{AC30BE5C-E3C7-AD41-936C-E1DE09B72DBE}"/>
              </a:ext>
            </a:extLst>
          </p:cNvPr>
          <p:cNvSpPr>
            <a:spLocks noGrp="1"/>
          </p:cNvSpPr>
          <p:nvPr>
            <p:ph type="pic" sz="quarter" idx="10"/>
          </p:nvPr>
        </p:nvSpPr>
        <p:spPr>
          <a:xfrm>
            <a:off x="4164247" y="5285050"/>
            <a:ext cx="1993125" cy="1168286"/>
          </a:xfrm>
        </p:spPr>
        <p:txBody>
          <a:bodyPr/>
          <a:lstStyle>
            <a:lvl1pPr>
              <a:defRPr sz="1100"/>
            </a:lvl1pPr>
          </a:lstStyle>
          <a:p>
            <a:endParaRPr lang="en-US" dirty="0"/>
          </a:p>
        </p:txBody>
      </p:sp>
      <p:sp>
        <p:nvSpPr>
          <p:cNvPr id="15" name="Picture Placeholder 2">
            <a:extLst>
              <a:ext uri="{FF2B5EF4-FFF2-40B4-BE49-F238E27FC236}">
                <a16:creationId xmlns:a16="http://schemas.microsoft.com/office/drawing/2014/main" id="{111DB532-0A2E-9549-B210-708832F17108}"/>
              </a:ext>
            </a:extLst>
          </p:cNvPr>
          <p:cNvSpPr>
            <a:spLocks noGrp="1"/>
          </p:cNvSpPr>
          <p:nvPr>
            <p:ph type="pic" sz="quarter" idx="11"/>
          </p:nvPr>
        </p:nvSpPr>
        <p:spPr>
          <a:xfrm>
            <a:off x="1443921" y="5277876"/>
            <a:ext cx="2634942" cy="1186092"/>
          </a:xfrm>
        </p:spPr>
        <p:txBody>
          <a:bodyPr/>
          <a:lstStyle>
            <a:lvl1pPr>
              <a:defRPr sz="1100"/>
            </a:lvl1pPr>
          </a:lstStyle>
          <a:p>
            <a:endParaRPr lang="en-US" dirty="0"/>
          </a:p>
        </p:txBody>
      </p:sp>
      <p:sp>
        <p:nvSpPr>
          <p:cNvPr id="16" name="Picture Placeholder 2">
            <a:extLst>
              <a:ext uri="{FF2B5EF4-FFF2-40B4-BE49-F238E27FC236}">
                <a16:creationId xmlns:a16="http://schemas.microsoft.com/office/drawing/2014/main" id="{4EC49DC1-024C-D742-8E24-F21D1B77202C}"/>
              </a:ext>
            </a:extLst>
          </p:cNvPr>
          <p:cNvSpPr>
            <a:spLocks noGrp="1"/>
          </p:cNvSpPr>
          <p:nvPr>
            <p:ph type="pic" sz="quarter" idx="12"/>
          </p:nvPr>
        </p:nvSpPr>
        <p:spPr>
          <a:xfrm>
            <a:off x="-66" y="4648464"/>
            <a:ext cx="1358603" cy="1815504"/>
          </a:xfrm>
        </p:spPr>
        <p:txBody>
          <a:bodyPr/>
          <a:lstStyle>
            <a:lvl1pPr>
              <a:defRPr sz="1100"/>
            </a:lvl1pPr>
          </a:lstStyle>
          <a:p>
            <a:endParaRPr lang="en-US" dirty="0"/>
          </a:p>
        </p:txBody>
      </p:sp>
      <p:sp>
        <p:nvSpPr>
          <p:cNvPr id="17" name="Picture Placeholder 2">
            <a:extLst>
              <a:ext uri="{FF2B5EF4-FFF2-40B4-BE49-F238E27FC236}">
                <a16:creationId xmlns:a16="http://schemas.microsoft.com/office/drawing/2014/main" id="{3D941139-7CEC-5647-9C19-FEC5BD108E5C}"/>
              </a:ext>
            </a:extLst>
          </p:cNvPr>
          <p:cNvSpPr>
            <a:spLocks noGrp="1"/>
          </p:cNvSpPr>
          <p:nvPr>
            <p:ph type="pic" sz="quarter" idx="13"/>
          </p:nvPr>
        </p:nvSpPr>
        <p:spPr>
          <a:xfrm>
            <a:off x="1443921" y="3696958"/>
            <a:ext cx="2019726" cy="1498096"/>
          </a:xfrm>
        </p:spPr>
        <p:txBody>
          <a:bodyPr/>
          <a:lstStyle>
            <a:lvl1pPr>
              <a:defRPr sz="1100"/>
            </a:lvl1pPr>
          </a:lstStyle>
          <a:p>
            <a:endParaRPr lang="en-US" dirty="0"/>
          </a:p>
        </p:txBody>
      </p:sp>
      <p:sp>
        <p:nvSpPr>
          <p:cNvPr id="18" name="Picture Placeholder 2">
            <a:extLst>
              <a:ext uri="{FF2B5EF4-FFF2-40B4-BE49-F238E27FC236}">
                <a16:creationId xmlns:a16="http://schemas.microsoft.com/office/drawing/2014/main" id="{FD3B5C0B-BB86-3B49-8406-CD01076473D5}"/>
              </a:ext>
            </a:extLst>
          </p:cNvPr>
          <p:cNvSpPr>
            <a:spLocks noGrp="1"/>
          </p:cNvSpPr>
          <p:nvPr>
            <p:ph type="pic" sz="quarter" idx="14"/>
          </p:nvPr>
        </p:nvSpPr>
        <p:spPr>
          <a:xfrm>
            <a:off x="3549031" y="3691878"/>
            <a:ext cx="2608340" cy="1498096"/>
          </a:xfrm>
        </p:spPr>
        <p:txBody>
          <a:bodyPr/>
          <a:lstStyle>
            <a:lvl1pPr>
              <a:defRPr sz="1100"/>
            </a:lvl1pPr>
          </a:lstStyle>
          <a:p>
            <a:endParaRPr lang="en-US" dirty="0"/>
          </a:p>
        </p:txBody>
      </p:sp>
      <p:sp>
        <p:nvSpPr>
          <p:cNvPr id="19" name="Picture Placeholder 2">
            <a:extLst>
              <a:ext uri="{FF2B5EF4-FFF2-40B4-BE49-F238E27FC236}">
                <a16:creationId xmlns:a16="http://schemas.microsoft.com/office/drawing/2014/main" id="{69408793-C985-1A44-86DE-AB4A0023BE7B}"/>
              </a:ext>
            </a:extLst>
          </p:cNvPr>
          <p:cNvSpPr>
            <a:spLocks noGrp="1"/>
          </p:cNvSpPr>
          <p:nvPr>
            <p:ph type="pic" sz="quarter" idx="15"/>
          </p:nvPr>
        </p:nvSpPr>
        <p:spPr>
          <a:xfrm>
            <a:off x="4032997" y="1819634"/>
            <a:ext cx="2124374" cy="1787162"/>
          </a:xfrm>
        </p:spPr>
        <p:txBody>
          <a:bodyPr/>
          <a:lstStyle>
            <a:lvl1pPr>
              <a:defRPr sz="1100"/>
            </a:lvl1pPr>
          </a:lstStyle>
          <a:p>
            <a:endParaRPr lang="en-US" dirty="0"/>
          </a:p>
        </p:txBody>
      </p:sp>
      <p:sp>
        <p:nvSpPr>
          <p:cNvPr id="20" name="Picture Placeholder 2">
            <a:extLst>
              <a:ext uri="{FF2B5EF4-FFF2-40B4-BE49-F238E27FC236}">
                <a16:creationId xmlns:a16="http://schemas.microsoft.com/office/drawing/2014/main" id="{C2203EE7-B16B-9E4F-AD91-4399D87A6357}"/>
              </a:ext>
            </a:extLst>
          </p:cNvPr>
          <p:cNvSpPr>
            <a:spLocks noGrp="1"/>
          </p:cNvSpPr>
          <p:nvPr>
            <p:ph type="pic" sz="quarter" idx="16"/>
          </p:nvPr>
        </p:nvSpPr>
        <p:spPr>
          <a:xfrm>
            <a:off x="1457425" y="1816814"/>
            <a:ext cx="2490188" cy="1787162"/>
          </a:xfrm>
        </p:spPr>
        <p:txBody>
          <a:bodyPr/>
          <a:lstStyle>
            <a:lvl1pPr>
              <a:defRPr sz="1100"/>
            </a:lvl1pPr>
          </a:lstStyle>
          <a:p>
            <a:endParaRPr lang="en-US" dirty="0"/>
          </a:p>
        </p:txBody>
      </p:sp>
      <p:sp>
        <p:nvSpPr>
          <p:cNvPr id="21" name="Picture Placeholder 2">
            <a:extLst>
              <a:ext uri="{FF2B5EF4-FFF2-40B4-BE49-F238E27FC236}">
                <a16:creationId xmlns:a16="http://schemas.microsoft.com/office/drawing/2014/main" id="{CF3C2555-2B3A-7048-98CC-A5C47DCB735E}"/>
              </a:ext>
            </a:extLst>
          </p:cNvPr>
          <p:cNvSpPr>
            <a:spLocks noGrp="1"/>
          </p:cNvSpPr>
          <p:nvPr>
            <p:ph type="pic" sz="quarter" idx="17"/>
          </p:nvPr>
        </p:nvSpPr>
        <p:spPr>
          <a:xfrm>
            <a:off x="-8708" y="1812560"/>
            <a:ext cx="1380749" cy="1787162"/>
          </a:xfrm>
        </p:spPr>
        <p:txBody>
          <a:bodyPr/>
          <a:lstStyle>
            <a:lvl1pPr>
              <a:defRPr sz="1100"/>
            </a:lvl1pPr>
          </a:lstStyle>
          <a:p>
            <a:endParaRPr lang="en-US" dirty="0"/>
          </a:p>
        </p:txBody>
      </p:sp>
      <p:sp>
        <p:nvSpPr>
          <p:cNvPr id="22" name="Picture Placeholder 2">
            <a:extLst>
              <a:ext uri="{FF2B5EF4-FFF2-40B4-BE49-F238E27FC236}">
                <a16:creationId xmlns:a16="http://schemas.microsoft.com/office/drawing/2014/main" id="{8409EA5E-1B11-5047-B1CF-1CCA61F0E488}"/>
              </a:ext>
            </a:extLst>
          </p:cNvPr>
          <p:cNvSpPr>
            <a:spLocks noGrp="1"/>
          </p:cNvSpPr>
          <p:nvPr>
            <p:ph type="pic" sz="quarter" idx="18"/>
          </p:nvPr>
        </p:nvSpPr>
        <p:spPr>
          <a:xfrm>
            <a:off x="-11140" y="3667648"/>
            <a:ext cx="1380749" cy="904352"/>
          </a:xfrm>
        </p:spPr>
        <p:txBody>
          <a:bodyPr/>
          <a:lstStyle>
            <a:lvl1pPr>
              <a:defRPr sz="1100"/>
            </a:lvl1pPr>
          </a:lstStyle>
          <a:p>
            <a:endParaRPr lang="en-US" dirty="0"/>
          </a:p>
        </p:txBody>
      </p:sp>
      <p:pic>
        <p:nvPicPr>
          <p:cNvPr id="2" name="Picture 1">
            <a:extLst>
              <a:ext uri="{FF2B5EF4-FFF2-40B4-BE49-F238E27FC236}">
                <a16:creationId xmlns:a16="http://schemas.microsoft.com/office/drawing/2014/main" id="{4F98C844-11AF-533C-A689-2F9845107C1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772559" y="4102701"/>
            <a:ext cx="1419441" cy="2378474"/>
          </a:xfrm>
          <a:prstGeom prst="rect">
            <a:avLst/>
          </a:prstGeom>
        </p:spPr>
      </p:pic>
    </p:spTree>
    <p:extLst>
      <p:ext uri="{BB962C8B-B14F-4D97-AF65-F5344CB8AC3E}">
        <p14:creationId xmlns:p14="http://schemas.microsoft.com/office/powerpoint/2010/main" val="131941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23B61"/>
                </a:solidFill>
              </a:defRPr>
            </a:lvl1pPr>
          </a:lstStyle>
          <a:p>
            <a:r>
              <a:rPr lang="en-US" dirty="0"/>
              <a:t>Click to edit Master title style</a:t>
            </a:r>
            <a:endParaRPr lang="en-ZA" dirty="0"/>
          </a:p>
        </p:txBody>
      </p:sp>
      <p:sp>
        <p:nvSpPr>
          <p:cNvPr id="3" name="Content Placeholder 2"/>
          <p:cNvSpPr>
            <a:spLocks noGrp="1"/>
          </p:cNvSpPr>
          <p:nvPr>
            <p:ph idx="1"/>
          </p:nvPr>
        </p:nvSpPr>
        <p:spPr>
          <a:xfrm>
            <a:off x="334434" y="1197000"/>
            <a:ext cx="11523132" cy="4869169"/>
          </a:xfrm>
        </p:spPr>
        <p:txBody>
          <a:bodyPr/>
          <a:lstStyle>
            <a:lvl1pPr marL="285750" indent="-285750">
              <a:buFont typeface="Arial" panose="020B0604020202020204" pitchFamily="34" charset="0"/>
              <a:buChar char="•"/>
              <a:defRPr>
                <a:solidFill>
                  <a:srgbClr val="023B61"/>
                </a:solidFill>
              </a:defRPr>
            </a:lvl1pPr>
            <a:lvl2pPr>
              <a:defRPr>
                <a:solidFill>
                  <a:srgbClr val="023B61"/>
                </a:solidFill>
              </a:defRPr>
            </a:lvl2pPr>
            <a:lvl3pPr>
              <a:defRPr>
                <a:solidFill>
                  <a:srgbClr val="023B61"/>
                </a:solidFill>
              </a:defRPr>
            </a:lvl3pPr>
            <a:lvl4pPr>
              <a:defRPr>
                <a:solidFill>
                  <a:srgbClr val="023B61"/>
                </a:solidFill>
              </a:defRPr>
            </a:lvl4pPr>
            <a:lvl5pPr>
              <a:defRPr>
                <a:solidFill>
                  <a:srgbClr val="023B6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4" name="Footer Placeholder 4"/>
          <p:cNvSpPr>
            <a:spLocks noGrp="1"/>
          </p:cNvSpPr>
          <p:nvPr>
            <p:ph type="ftr" sz="quarter" idx="10"/>
          </p:nvPr>
        </p:nvSpPr>
        <p:spPr>
          <a:xfrm>
            <a:off x="334963" y="6137913"/>
            <a:ext cx="11523662" cy="215900"/>
          </a:xfrm>
        </p:spPr>
        <p:txBody>
          <a:bodyPr/>
          <a:lstStyle>
            <a:lvl1pPr>
              <a:defRPr/>
            </a:lvl1pPr>
          </a:lstStyle>
          <a:p>
            <a:pPr>
              <a:defRPr/>
            </a:pPr>
            <a:endParaRPr lang="en-ZA" dirty="0"/>
          </a:p>
        </p:txBody>
      </p:sp>
    </p:spTree>
    <p:extLst>
      <p:ext uri="{BB962C8B-B14F-4D97-AF65-F5344CB8AC3E}">
        <p14:creationId xmlns:p14="http://schemas.microsoft.com/office/powerpoint/2010/main" val="3957074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endParaRPr lang="en-ZA"/>
          </a:p>
        </p:txBody>
      </p:sp>
    </p:spTree>
    <p:extLst>
      <p:ext uri="{BB962C8B-B14F-4D97-AF65-F5344CB8AC3E}">
        <p14:creationId xmlns:p14="http://schemas.microsoft.com/office/powerpoint/2010/main" val="1993504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2 content, 2 imag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ED91D33-C7EA-E649-AFCC-8C97C93E324A}"/>
              </a:ext>
            </a:extLst>
          </p:cNvPr>
          <p:cNvSpPr/>
          <p:nvPr userDrawn="1"/>
        </p:nvSpPr>
        <p:spPr>
          <a:xfrm>
            <a:off x="6168000" y="1269000"/>
            <a:ext cx="5689568" cy="4895999"/>
          </a:xfrm>
          <a:prstGeom prst="rect">
            <a:avLst/>
          </a:prstGeom>
          <a:solidFill>
            <a:srgbClr val="E1EBF1">
              <a:alpha val="5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solidFill>
                <a:prstClr val="white"/>
              </a:solidFill>
            </a:endParaRPr>
          </a:p>
        </p:txBody>
      </p:sp>
      <p:sp>
        <p:nvSpPr>
          <p:cNvPr id="2" name="Title 1"/>
          <p:cNvSpPr>
            <a:spLocks noGrp="1"/>
          </p:cNvSpPr>
          <p:nvPr>
            <p:ph type="title"/>
          </p:nvPr>
        </p:nvSpPr>
        <p:spPr/>
        <p:txBody>
          <a:bodyPr/>
          <a:lstStyle>
            <a:lvl1pPr>
              <a:defRPr>
                <a:solidFill>
                  <a:srgbClr val="023B61"/>
                </a:solidFill>
              </a:defRPr>
            </a:lvl1pPr>
          </a:lstStyle>
          <a:p>
            <a:r>
              <a:rPr lang="en-US"/>
              <a:t>Click to edit Master title style</a:t>
            </a:r>
            <a:endParaRPr lang="en-ZA" dirty="0"/>
          </a:p>
        </p:txBody>
      </p:sp>
      <p:sp>
        <p:nvSpPr>
          <p:cNvPr id="12" name="Content Placeholder 2"/>
          <p:cNvSpPr>
            <a:spLocks noGrp="1"/>
          </p:cNvSpPr>
          <p:nvPr>
            <p:ph idx="16"/>
          </p:nvPr>
        </p:nvSpPr>
        <p:spPr>
          <a:xfrm>
            <a:off x="6288023" y="2081393"/>
            <a:ext cx="5423978" cy="3939608"/>
          </a:xfrm>
        </p:spPr>
        <p:txBody>
          <a:bodyPr/>
          <a:lstStyle>
            <a:lvl1pPr marL="0" indent="0">
              <a:buFont typeface="Arial" panose="020B0604020202020204" pitchFamily="34" charset="0"/>
              <a:buNone/>
              <a:defRPr>
                <a:solidFill>
                  <a:srgbClr val="023B61"/>
                </a:solidFill>
              </a:defRPr>
            </a:lvl1pPr>
            <a:lvl2pPr marL="360363" indent="-260350">
              <a:buClrTx/>
              <a:defRPr>
                <a:solidFill>
                  <a:srgbClr val="023B61"/>
                </a:solidFill>
              </a:defRPr>
            </a:lvl2pPr>
            <a:lvl3pPr marL="628650" indent="-188913">
              <a:defRPr>
                <a:solidFill>
                  <a:srgbClr val="023B61"/>
                </a:solidFill>
              </a:defRPr>
            </a:lvl3pPr>
            <a:lvl4pPr marL="989013" indent="-182563">
              <a:defRPr>
                <a:solidFill>
                  <a:srgbClr val="023B61"/>
                </a:solidFill>
              </a:defRPr>
            </a:lvl4pPr>
            <a:lvl5pPr marL="1255713" indent="-184150">
              <a:defRPr>
                <a:solidFill>
                  <a:srgbClr val="023B6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14" name="Text Placeholder 7">
            <a:extLst>
              <a:ext uri="{FF2B5EF4-FFF2-40B4-BE49-F238E27FC236}">
                <a16:creationId xmlns:a16="http://schemas.microsoft.com/office/drawing/2014/main" id="{C94DAC07-B674-564E-B081-CC7283DD42B2}"/>
              </a:ext>
            </a:extLst>
          </p:cNvPr>
          <p:cNvSpPr>
            <a:spLocks noGrp="1"/>
          </p:cNvSpPr>
          <p:nvPr>
            <p:ph type="body" sz="quarter" idx="17"/>
          </p:nvPr>
        </p:nvSpPr>
        <p:spPr>
          <a:xfrm>
            <a:off x="6288022" y="1422097"/>
            <a:ext cx="5423978" cy="504000"/>
          </a:xfrm>
          <a:prstGeom prst="rect">
            <a:avLst/>
          </a:prstGeom>
        </p:spPr>
        <p:txBody>
          <a:bodyPr anchor="ctr"/>
          <a:lstStyle>
            <a:lvl1pPr marL="228600" indent="-228600">
              <a:buSzPct val="150000"/>
              <a:buFontTx/>
              <a:buBlip>
                <a:blip r:embed="rId2"/>
              </a:buBlip>
              <a:defRPr lang="en-US" sz="1800" b="1" kern="1200" dirty="0" smtClean="0">
                <a:solidFill>
                  <a:srgbClr val="007DB6"/>
                </a:solidFill>
                <a:latin typeface="Arial" panose="020B0604020202020204" pitchFamily="34" charset="0"/>
                <a:ea typeface="+mn-ea"/>
                <a:cs typeface="Arial" panose="020B0604020202020204" pitchFamily="34" charset="0"/>
              </a:defRPr>
            </a:lvl1pPr>
          </a:lstStyle>
          <a:p>
            <a:pPr lvl="0"/>
            <a:r>
              <a:rPr lang="en-US" dirty="0"/>
              <a:t>Click to edit Master text styles</a:t>
            </a:r>
          </a:p>
        </p:txBody>
      </p:sp>
      <p:sp>
        <p:nvSpPr>
          <p:cNvPr id="15" name="Rectangle 14">
            <a:extLst>
              <a:ext uri="{FF2B5EF4-FFF2-40B4-BE49-F238E27FC236}">
                <a16:creationId xmlns:a16="http://schemas.microsoft.com/office/drawing/2014/main" id="{A0E1B652-4BFB-AD46-AA87-E22B39AAC8C6}"/>
              </a:ext>
            </a:extLst>
          </p:cNvPr>
          <p:cNvSpPr/>
          <p:nvPr userDrawn="1"/>
        </p:nvSpPr>
        <p:spPr>
          <a:xfrm>
            <a:off x="334432" y="1269001"/>
            <a:ext cx="5761568" cy="4896000"/>
          </a:xfrm>
          <a:prstGeom prst="rect">
            <a:avLst/>
          </a:prstGeom>
          <a:solidFill>
            <a:srgbClr val="E1EBF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solidFill>
                <a:prstClr val="white"/>
              </a:solidFill>
            </a:endParaRPr>
          </a:p>
        </p:txBody>
      </p:sp>
    </p:spTree>
    <p:extLst>
      <p:ext uri="{BB962C8B-B14F-4D97-AF65-F5344CB8AC3E}">
        <p14:creationId xmlns:p14="http://schemas.microsoft.com/office/powerpoint/2010/main" val="34795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sp>
        <p:nvSpPr>
          <p:cNvPr id="15" name="Title 1"/>
          <p:cNvSpPr>
            <a:spLocks noGrp="1"/>
          </p:cNvSpPr>
          <p:nvPr>
            <p:ph type="ctrTitle" hasCustomPrompt="1"/>
          </p:nvPr>
        </p:nvSpPr>
        <p:spPr>
          <a:xfrm>
            <a:off x="341905" y="1011601"/>
            <a:ext cx="8395011" cy="822169"/>
          </a:xfrm>
        </p:spPr>
        <p:txBody>
          <a:bodyPr anchor="b"/>
          <a:lstStyle>
            <a:lvl1pPr algn="l">
              <a:lnSpc>
                <a:spcPct val="100000"/>
              </a:lnSpc>
              <a:defRPr sz="2200">
                <a:solidFill>
                  <a:srgbClr val="023B61"/>
                </a:solidFill>
              </a:defRPr>
            </a:lvl1pPr>
          </a:lstStyle>
          <a:p>
            <a:r>
              <a:rPr lang="en-US" dirty="0"/>
              <a:t>CLICK TO EDIT MASTER TITLE STYLE</a:t>
            </a:r>
            <a:endParaRPr lang="en-ZA" dirty="0"/>
          </a:p>
        </p:txBody>
      </p:sp>
      <p:sp>
        <p:nvSpPr>
          <p:cNvPr id="16" name="Subtitle 2"/>
          <p:cNvSpPr>
            <a:spLocks noGrp="1"/>
          </p:cNvSpPr>
          <p:nvPr>
            <p:ph type="subTitle" idx="1"/>
          </p:nvPr>
        </p:nvSpPr>
        <p:spPr>
          <a:xfrm>
            <a:off x="341905" y="1926076"/>
            <a:ext cx="8395011" cy="542923"/>
          </a:xfrm>
          <a:prstGeom prst="rect">
            <a:avLst/>
          </a:prstGeom>
        </p:spPr>
        <p:txBody>
          <a:bodyPr tIns="36000">
            <a:noAutofit/>
          </a:bodyPr>
          <a:lstStyle>
            <a:lvl1pPr marL="0" indent="0" algn="l">
              <a:lnSpc>
                <a:spcPct val="100000"/>
              </a:lnSpc>
              <a:buNone/>
              <a:defRPr sz="1600" b="0">
                <a:solidFill>
                  <a:srgbClr val="023B6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ZA" dirty="0"/>
          </a:p>
        </p:txBody>
      </p:sp>
      <p:sp>
        <p:nvSpPr>
          <p:cNvPr id="29" name="Picture Placeholder 2">
            <a:extLst>
              <a:ext uri="{FF2B5EF4-FFF2-40B4-BE49-F238E27FC236}">
                <a16:creationId xmlns:a16="http://schemas.microsoft.com/office/drawing/2014/main" id="{7AE6D2D0-4826-784C-BBCD-993B71E7BFF2}"/>
              </a:ext>
            </a:extLst>
          </p:cNvPr>
          <p:cNvSpPr>
            <a:spLocks noGrp="1"/>
          </p:cNvSpPr>
          <p:nvPr>
            <p:ph type="pic" sz="quarter" idx="10"/>
          </p:nvPr>
        </p:nvSpPr>
        <p:spPr>
          <a:xfrm>
            <a:off x="-22936" y="2636913"/>
            <a:ext cx="12214936" cy="3816424"/>
          </a:xfrm>
        </p:spPr>
        <p:txBody>
          <a:bodyPr/>
          <a:lstStyle>
            <a:lvl1pPr>
              <a:defRPr sz="1100"/>
            </a:lvl1pPr>
          </a:lstStyle>
          <a:p>
            <a:endParaRPr lang="en-US"/>
          </a:p>
        </p:txBody>
      </p:sp>
      <p:pic>
        <p:nvPicPr>
          <p:cNvPr id="13" name="Picture 12">
            <a:extLst>
              <a:ext uri="{FF2B5EF4-FFF2-40B4-BE49-F238E27FC236}">
                <a16:creationId xmlns:a16="http://schemas.microsoft.com/office/drawing/2014/main" id="{4CBC97A8-2029-C047-A9AF-509A77CAE52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36917" y="260649"/>
            <a:ext cx="3221617" cy="1457398"/>
          </a:xfrm>
          <a:prstGeom prst="rect">
            <a:avLst/>
          </a:prstGeom>
        </p:spPr>
      </p:pic>
      <p:sp>
        <p:nvSpPr>
          <p:cNvPr id="18" name="Rectangle 17">
            <a:extLst>
              <a:ext uri="{FF2B5EF4-FFF2-40B4-BE49-F238E27FC236}">
                <a16:creationId xmlns:a16="http://schemas.microsoft.com/office/drawing/2014/main" id="{9935F8EE-3642-F14F-9910-094F504FBF3B}"/>
              </a:ext>
            </a:extLst>
          </p:cNvPr>
          <p:cNvSpPr/>
          <p:nvPr userDrawn="1"/>
        </p:nvSpPr>
        <p:spPr>
          <a:xfrm>
            <a:off x="119336" y="6569060"/>
            <a:ext cx="1183337" cy="200055"/>
          </a:xfrm>
          <a:prstGeom prst="rect">
            <a:avLst/>
          </a:prstGeom>
        </p:spPr>
        <p:txBody>
          <a:bodyPr wrap="none">
            <a:spAutoFit/>
          </a:bodyPr>
          <a:lstStyle/>
          <a:p>
            <a:r>
              <a:rPr lang="en-US" sz="700" dirty="0">
                <a:solidFill>
                  <a:srgbClr val="023B61"/>
                </a:solidFill>
                <a:latin typeface="Arial"/>
              </a:rPr>
              <a:t>Copyright ©, 2023, Sasol</a:t>
            </a:r>
          </a:p>
        </p:txBody>
      </p:sp>
    </p:spTree>
    <p:extLst>
      <p:ext uri="{BB962C8B-B14F-4D97-AF65-F5344CB8AC3E}">
        <p14:creationId xmlns:p14="http://schemas.microsoft.com/office/powerpoint/2010/main" val="1722154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_Title slide option 2">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1D05AB2-BC4F-014F-89AA-54A6ECFDB3BD}"/>
              </a:ext>
            </a:extLst>
          </p:cNvPr>
          <p:cNvSpPr/>
          <p:nvPr userDrawn="1"/>
        </p:nvSpPr>
        <p:spPr>
          <a:xfrm>
            <a:off x="0" y="1812561"/>
            <a:ext cx="12192000" cy="4667614"/>
          </a:xfrm>
          <a:prstGeom prst="rect">
            <a:avLst/>
          </a:prstGeom>
          <a:solidFill>
            <a:srgbClr val="E1EBF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solidFill>
                <a:prstClr val="white"/>
              </a:solidFill>
            </a:endParaRPr>
          </a:p>
        </p:txBody>
      </p:sp>
      <p:pic>
        <p:nvPicPr>
          <p:cNvPr id="14" name="Picture 13">
            <a:extLst>
              <a:ext uri="{FF2B5EF4-FFF2-40B4-BE49-F238E27FC236}">
                <a16:creationId xmlns:a16="http://schemas.microsoft.com/office/drawing/2014/main" id="{479D3BAA-B020-B847-A80E-FCA91D9499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36917" y="260649"/>
            <a:ext cx="3221617" cy="1457398"/>
          </a:xfrm>
          <a:prstGeom prst="rect">
            <a:avLst/>
          </a:prstGeom>
        </p:spPr>
      </p:pic>
      <p:sp>
        <p:nvSpPr>
          <p:cNvPr id="21" name="Rectangle 20">
            <a:extLst>
              <a:ext uri="{FF2B5EF4-FFF2-40B4-BE49-F238E27FC236}">
                <a16:creationId xmlns:a16="http://schemas.microsoft.com/office/drawing/2014/main" id="{1E7EC05A-2EE6-3540-8D9D-6E1477A1B8D2}"/>
              </a:ext>
            </a:extLst>
          </p:cNvPr>
          <p:cNvSpPr/>
          <p:nvPr userDrawn="1"/>
        </p:nvSpPr>
        <p:spPr>
          <a:xfrm>
            <a:off x="0" y="6462557"/>
            <a:ext cx="12192000" cy="395443"/>
          </a:xfrm>
          <a:prstGeom prst="rect">
            <a:avLst/>
          </a:prstGeom>
          <a:solidFill>
            <a:srgbClr val="E1EBF1">
              <a:alpha val="5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solidFill>
                <a:prstClr val="white"/>
              </a:solidFill>
            </a:endParaRPr>
          </a:p>
        </p:txBody>
      </p:sp>
      <p:sp>
        <p:nvSpPr>
          <p:cNvPr id="22" name="Rectangle 6">
            <a:extLst>
              <a:ext uri="{FF2B5EF4-FFF2-40B4-BE49-F238E27FC236}">
                <a16:creationId xmlns:a16="http://schemas.microsoft.com/office/drawing/2014/main" id="{0242EF1D-E640-0F4B-97ED-51B9DE65E365}"/>
              </a:ext>
            </a:extLst>
          </p:cNvPr>
          <p:cNvSpPr>
            <a:spLocks noChangeArrowheads="1"/>
          </p:cNvSpPr>
          <p:nvPr userDrawn="1"/>
        </p:nvSpPr>
        <p:spPr bwMode="auto">
          <a:xfrm>
            <a:off x="11280776" y="6540063"/>
            <a:ext cx="5762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r" eaLnBrk="1" hangingPunct="1">
              <a:defRPr/>
            </a:pPr>
            <a:fld id="{05A3B1D6-BE7D-ED47-BA2A-F92B9238A21D}" type="slidenum">
              <a:rPr lang="en-ZA" altLang="en-US" sz="800" b="1" smtClean="0">
                <a:solidFill>
                  <a:srgbClr val="023B61"/>
                </a:solidFill>
              </a:rPr>
              <a:pPr algn="r" eaLnBrk="1" hangingPunct="1">
                <a:defRPr/>
              </a:pPr>
              <a:t>‹#›</a:t>
            </a:fld>
            <a:endParaRPr lang="en-ZA" altLang="en-US" sz="800" b="1" dirty="0">
              <a:solidFill>
                <a:srgbClr val="023B61"/>
              </a:solidFill>
            </a:endParaRPr>
          </a:p>
        </p:txBody>
      </p:sp>
      <p:sp>
        <p:nvSpPr>
          <p:cNvPr id="25" name="Rectangle 24">
            <a:extLst>
              <a:ext uri="{FF2B5EF4-FFF2-40B4-BE49-F238E27FC236}">
                <a16:creationId xmlns:a16="http://schemas.microsoft.com/office/drawing/2014/main" id="{81B1360F-5F53-A54C-9B8A-3582A87B5DCA}"/>
              </a:ext>
            </a:extLst>
          </p:cNvPr>
          <p:cNvSpPr/>
          <p:nvPr userDrawn="1"/>
        </p:nvSpPr>
        <p:spPr>
          <a:xfrm>
            <a:off x="119336" y="6569060"/>
            <a:ext cx="1183337" cy="200055"/>
          </a:xfrm>
          <a:prstGeom prst="rect">
            <a:avLst/>
          </a:prstGeom>
        </p:spPr>
        <p:txBody>
          <a:bodyPr wrap="none">
            <a:spAutoFit/>
          </a:bodyPr>
          <a:lstStyle/>
          <a:p>
            <a:r>
              <a:rPr lang="en-US" sz="700" dirty="0">
                <a:solidFill>
                  <a:srgbClr val="023B61"/>
                </a:solidFill>
                <a:latin typeface="Arial"/>
              </a:rPr>
              <a:t>Copyright ©, 2023, Sasol</a:t>
            </a:r>
          </a:p>
        </p:txBody>
      </p:sp>
      <p:sp>
        <p:nvSpPr>
          <p:cNvPr id="26" name="Picture Placeholder 2">
            <a:extLst>
              <a:ext uri="{FF2B5EF4-FFF2-40B4-BE49-F238E27FC236}">
                <a16:creationId xmlns:a16="http://schemas.microsoft.com/office/drawing/2014/main" id="{75BB46FB-1EE5-FA48-8B17-EF100CCDA5B2}"/>
              </a:ext>
            </a:extLst>
          </p:cNvPr>
          <p:cNvSpPr>
            <a:spLocks noGrp="1"/>
          </p:cNvSpPr>
          <p:nvPr>
            <p:ph type="pic" sz="quarter" idx="10"/>
          </p:nvPr>
        </p:nvSpPr>
        <p:spPr>
          <a:xfrm>
            <a:off x="-22936" y="1812561"/>
            <a:ext cx="6118936" cy="4640775"/>
          </a:xfrm>
        </p:spPr>
        <p:txBody>
          <a:bodyPr/>
          <a:lstStyle>
            <a:lvl1pPr>
              <a:defRPr sz="1100"/>
            </a:lvl1pPr>
          </a:lstStyle>
          <a:p>
            <a:endParaRPr lang="en-US"/>
          </a:p>
        </p:txBody>
      </p:sp>
      <p:sp>
        <p:nvSpPr>
          <p:cNvPr id="30" name="Title 1">
            <a:extLst>
              <a:ext uri="{FF2B5EF4-FFF2-40B4-BE49-F238E27FC236}">
                <a16:creationId xmlns:a16="http://schemas.microsoft.com/office/drawing/2014/main" id="{0A591E79-A8B2-C342-8373-56C03B2F5382}"/>
              </a:ext>
            </a:extLst>
          </p:cNvPr>
          <p:cNvSpPr>
            <a:spLocks noGrp="1"/>
          </p:cNvSpPr>
          <p:nvPr>
            <p:ph type="ctrTitle" hasCustomPrompt="1"/>
          </p:nvPr>
        </p:nvSpPr>
        <p:spPr>
          <a:xfrm>
            <a:off x="6612698" y="2793412"/>
            <a:ext cx="5034015" cy="1457398"/>
          </a:xfrm>
        </p:spPr>
        <p:txBody>
          <a:bodyPr anchor="b"/>
          <a:lstStyle>
            <a:lvl1pPr algn="l">
              <a:lnSpc>
                <a:spcPct val="100000"/>
              </a:lnSpc>
              <a:defRPr sz="2200">
                <a:solidFill>
                  <a:srgbClr val="023B61"/>
                </a:solidFill>
              </a:defRPr>
            </a:lvl1pPr>
          </a:lstStyle>
          <a:p>
            <a:r>
              <a:rPr lang="en-US" dirty="0"/>
              <a:t>CLICK TO EDIT MASTER TITLE STYLE</a:t>
            </a:r>
            <a:endParaRPr lang="en-ZA" dirty="0"/>
          </a:p>
        </p:txBody>
      </p:sp>
      <p:sp>
        <p:nvSpPr>
          <p:cNvPr id="31" name="Subtitle 2">
            <a:extLst>
              <a:ext uri="{FF2B5EF4-FFF2-40B4-BE49-F238E27FC236}">
                <a16:creationId xmlns:a16="http://schemas.microsoft.com/office/drawing/2014/main" id="{73B99938-01AA-C243-B8A6-0434305054FC}"/>
              </a:ext>
            </a:extLst>
          </p:cNvPr>
          <p:cNvSpPr>
            <a:spLocks noGrp="1"/>
          </p:cNvSpPr>
          <p:nvPr>
            <p:ph type="subTitle" idx="1"/>
          </p:nvPr>
        </p:nvSpPr>
        <p:spPr>
          <a:xfrm>
            <a:off x="6612698" y="4343115"/>
            <a:ext cx="5034015" cy="1034081"/>
          </a:xfrm>
          <a:prstGeom prst="rect">
            <a:avLst/>
          </a:prstGeom>
        </p:spPr>
        <p:txBody>
          <a:bodyPr tIns="36000">
            <a:noAutofit/>
          </a:bodyPr>
          <a:lstStyle>
            <a:lvl1pPr marL="0" indent="0" algn="l">
              <a:lnSpc>
                <a:spcPct val="100000"/>
              </a:lnSpc>
              <a:buNone/>
              <a:defRPr sz="1600" b="0">
                <a:solidFill>
                  <a:srgbClr val="023B6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ZA" dirty="0"/>
          </a:p>
        </p:txBody>
      </p:sp>
      <p:pic>
        <p:nvPicPr>
          <p:cNvPr id="2" name="Picture 1">
            <a:extLst>
              <a:ext uri="{FF2B5EF4-FFF2-40B4-BE49-F238E27FC236}">
                <a16:creationId xmlns:a16="http://schemas.microsoft.com/office/drawing/2014/main" id="{1567AA74-0012-44AD-9060-47FBABB4F6D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772559" y="4102701"/>
            <a:ext cx="1419441" cy="2378474"/>
          </a:xfrm>
          <a:prstGeom prst="rect">
            <a:avLst/>
          </a:prstGeom>
        </p:spPr>
      </p:pic>
    </p:spTree>
    <p:extLst>
      <p:ext uri="{BB962C8B-B14F-4D97-AF65-F5344CB8AC3E}">
        <p14:creationId xmlns:p14="http://schemas.microsoft.com/office/powerpoint/2010/main" val="3504049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0_Title slide option 2">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1D05AB2-BC4F-014F-89AA-54A6ECFDB3BD}"/>
              </a:ext>
            </a:extLst>
          </p:cNvPr>
          <p:cNvSpPr/>
          <p:nvPr userDrawn="1"/>
        </p:nvSpPr>
        <p:spPr>
          <a:xfrm>
            <a:off x="0" y="1812561"/>
            <a:ext cx="12192000" cy="4667614"/>
          </a:xfrm>
          <a:prstGeom prst="rect">
            <a:avLst/>
          </a:prstGeom>
          <a:solidFill>
            <a:srgbClr val="023B6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solidFill>
                <a:prstClr val="white"/>
              </a:solidFill>
            </a:endParaRPr>
          </a:p>
        </p:txBody>
      </p:sp>
      <p:pic>
        <p:nvPicPr>
          <p:cNvPr id="14" name="Picture 13">
            <a:extLst>
              <a:ext uri="{FF2B5EF4-FFF2-40B4-BE49-F238E27FC236}">
                <a16:creationId xmlns:a16="http://schemas.microsoft.com/office/drawing/2014/main" id="{479D3BAA-B020-B847-A80E-FCA91D9499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36917" y="260649"/>
            <a:ext cx="3221617" cy="1457398"/>
          </a:xfrm>
          <a:prstGeom prst="rect">
            <a:avLst/>
          </a:prstGeom>
        </p:spPr>
      </p:pic>
      <p:sp>
        <p:nvSpPr>
          <p:cNvPr id="26" name="Picture Placeholder 2">
            <a:extLst>
              <a:ext uri="{FF2B5EF4-FFF2-40B4-BE49-F238E27FC236}">
                <a16:creationId xmlns:a16="http://schemas.microsoft.com/office/drawing/2014/main" id="{75BB46FB-1EE5-FA48-8B17-EF100CCDA5B2}"/>
              </a:ext>
            </a:extLst>
          </p:cNvPr>
          <p:cNvSpPr>
            <a:spLocks noGrp="1"/>
          </p:cNvSpPr>
          <p:nvPr>
            <p:ph type="pic" sz="quarter" idx="10"/>
          </p:nvPr>
        </p:nvSpPr>
        <p:spPr>
          <a:xfrm>
            <a:off x="-22936" y="1812561"/>
            <a:ext cx="6118936" cy="4667614"/>
          </a:xfrm>
        </p:spPr>
        <p:txBody>
          <a:bodyPr/>
          <a:lstStyle>
            <a:lvl1pPr>
              <a:defRPr sz="1100"/>
            </a:lvl1pPr>
          </a:lstStyle>
          <a:p>
            <a:endParaRPr lang="en-US"/>
          </a:p>
        </p:txBody>
      </p:sp>
      <p:sp>
        <p:nvSpPr>
          <p:cNvPr id="30" name="Title 1">
            <a:extLst>
              <a:ext uri="{FF2B5EF4-FFF2-40B4-BE49-F238E27FC236}">
                <a16:creationId xmlns:a16="http://schemas.microsoft.com/office/drawing/2014/main" id="{0A591E79-A8B2-C342-8373-56C03B2F5382}"/>
              </a:ext>
            </a:extLst>
          </p:cNvPr>
          <p:cNvSpPr>
            <a:spLocks noGrp="1"/>
          </p:cNvSpPr>
          <p:nvPr>
            <p:ph type="ctrTitle" hasCustomPrompt="1"/>
          </p:nvPr>
        </p:nvSpPr>
        <p:spPr>
          <a:xfrm>
            <a:off x="6612698" y="2793412"/>
            <a:ext cx="5034015" cy="1457398"/>
          </a:xfrm>
        </p:spPr>
        <p:txBody>
          <a:bodyPr anchor="b"/>
          <a:lstStyle>
            <a:lvl1pPr algn="l">
              <a:lnSpc>
                <a:spcPct val="100000"/>
              </a:lnSpc>
              <a:defRPr sz="2200">
                <a:solidFill>
                  <a:schemeClr val="bg1"/>
                </a:solidFill>
              </a:defRPr>
            </a:lvl1pPr>
          </a:lstStyle>
          <a:p>
            <a:r>
              <a:rPr lang="en-US" dirty="0"/>
              <a:t>CLICK TO EDIT MASTER TITLE STYLE</a:t>
            </a:r>
            <a:endParaRPr lang="en-ZA" dirty="0"/>
          </a:p>
        </p:txBody>
      </p:sp>
      <p:sp>
        <p:nvSpPr>
          <p:cNvPr id="31" name="Subtitle 2">
            <a:extLst>
              <a:ext uri="{FF2B5EF4-FFF2-40B4-BE49-F238E27FC236}">
                <a16:creationId xmlns:a16="http://schemas.microsoft.com/office/drawing/2014/main" id="{73B99938-01AA-C243-B8A6-0434305054FC}"/>
              </a:ext>
            </a:extLst>
          </p:cNvPr>
          <p:cNvSpPr>
            <a:spLocks noGrp="1"/>
          </p:cNvSpPr>
          <p:nvPr>
            <p:ph type="subTitle" idx="1"/>
          </p:nvPr>
        </p:nvSpPr>
        <p:spPr>
          <a:xfrm>
            <a:off x="6612698" y="4343115"/>
            <a:ext cx="5034015" cy="1034081"/>
          </a:xfrm>
          <a:prstGeom prst="rect">
            <a:avLst/>
          </a:prstGeom>
        </p:spPr>
        <p:txBody>
          <a:bodyPr tIns="36000">
            <a:noAutofit/>
          </a:bodyPr>
          <a:lstStyle>
            <a:lvl1pPr marL="0" indent="0" algn="l">
              <a:lnSpc>
                <a:spcPct val="100000"/>
              </a:lnSpc>
              <a:buNone/>
              <a:defRPr sz="1600" b="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ZA" dirty="0"/>
          </a:p>
        </p:txBody>
      </p:sp>
      <p:sp>
        <p:nvSpPr>
          <p:cNvPr id="10" name="Rectangle 9">
            <a:extLst>
              <a:ext uri="{FF2B5EF4-FFF2-40B4-BE49-F238E27FC236}">
                <a16:creationId xmlns:a16="http://schemas.microsoft.com/office/drawing/2014/main" id="{ED6BEC65-6090-9642-9FF2-0055D954EAD9}"/>
              </a:ext>
            </a:extLst>
          </p:cNvPr>
          <p:cNvSpPr/>
          <p:nvPr userDrawn="1"/>
        </p:nvSpPr>
        <p:spPr>
          <a:xfrm>
            <a:off x="0" y="6480175"/>
            <a:ext cx="12192000" cy="377825"/>
          </a:xfrm>
          <a:prstGeom prst="rect">
            <a:avLst/>
          </a:prstGeom>
          <a:solidFill>
            <a:srgbClr val="E1EBF1">
              <a:alpha val="5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solidFill>
                <a:prstClr val="white"/>
              </a:solidFill>
            </a:endParaRPr>
          </a:p>
        </p:txBody>
      </p:sp>
      <p:sp>
        <p:nvSpPr>
          <p:cNvPr id="11" name="Rectangle 6">
            <a:extLst>
              <a:ext uri="{FF2B5EF4-FFF2-40B4-BE49-F238E27FC236}">
                <a16:creationId xmlns:a16="http://schemas.microsoft.com/office/drawing/2014/main" id="{206EC6D4-45A1-074F-949E-FBFEDDB8B502}"/>
              </a:ext>
            </a:extLst>
          </p:cNvPr>
          <p:cNvSpPr>
            <a:spLocks noChangeArrowheads="1"/>
          </p:cNvSpPr>
          <p:nvPr userDrawn="1"/>
        </p:nvSpPr>
        <p:spPr bwMode="auto">
          <a:xfrm>
            <a:off x="11280776" y="6540063"/>
            <a:ext cx="5762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r" eaLnBrk="1" hangingPunct="1">
              <a:defRPr/>
            </a:pPr>
            <a:fld id="{05A3B1D6-BE7D-ED47-BA2A-F92B9238A21D}" type="slidenum">
              <a:rPr lang="en-ZA" altLang="en-US" sz="800" b="1" smtClean="0">
                <a:solidFill>
                  <a:srgbClr val="023B61"/>
                </a:solidFill>
              </a:rPr>
              <a:pPr algn="r" eaLnBrk="1" hangingPunct="1">
                <a:defRPr/>
              </a:pPr>
              <a:t>‹#›</a:t>
            </a:fld>
            <a:endParaRPr lang="en-ZA" altLang="en-US" sz="800" b="1" dirty="0">
              <a:solidFill>
                <a:srgbClr val="023B61"/>
              </a:solidFill>
            </a:endParaRPr>
          </a:p>
        </p:txBody>
      </p:sp>
      <p:sp>
        <p:nvSpPr>
          <p:cNvPr id="12" name="Rectangle 11">
            <a:extLst>
              <a:ext uri="{FF2B5EF4-FFF2-40B4-BE49-F238E27FC236}">
                <a16:creationId xmlns:a16="http://schemas.microsoft.com/office/drawing/2014/main" id="{52BA4585-B515-7140-A774-0DFF385556BB}"/>
              </a:ext>
            </a:extLst>
          </p:cNvPr>
          <p:cNvSpPr/>
          <p:nvPr userDrawn="1"/>
        </p:nvSpPr>
        <p:spPr>
          <a:xfrm>
            <a:off x="119336" y="6569060"/>
            <a:ext cx="1183337" cy="200055"/>
          </a:xfrm>
          <a:prstGeom prst="rect">
            <a:avLst/>
          </a:prstGeom>
        </p:spPr>
        <p:txBody>
          <a:bodyPr wrap="none">
            <a:spAutoFit/>
          </a:bodyPr>
          <a:lstStyle/>
          <a:p>
            <a:r>
              <a:rPr lang="en-US" sz="700" dirty="0">
                <a:solidFill>
                  <a:srgbClr val="023B61"/>
                </a:solidFill>
                <a:latin typeface="Arial"/>
              </a:rPr>
              <a:t>Copyright ©, 2023, Sasol</a:t>
            </a:r>
          </a:p>
        </p:txBody>
      </p:sp>
      <p:pic>
        <p:nvPicPr>
          <p:cNvPr id="2" name="Picture 1">
            <a:extLst>
              <a:ext uri="{FF2B5EF4-FFF2-40B4-BE49-F238E27FC236}">
                <a16:creationId xmlns:a16="http://schemas.microsoft.com/office/drawing/2014/main" id="{A30074EE-9B6D-55A1-763E-94A55603534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772559" y="4102701"/>
            <a:ext cx="1419441" cy="2378474"/>
          </a:xfrm>
          <a:prstGeom prst="rect">
            <a:avLst/>
          </a:prstGeom>
        </p:spPr>
      </p:pic>
    </p:spTree>
    <p:extLst>
      <p:ext uri="{BB962C8B-B14F-4D97-AF65-F5344CB8AC3E}">
        <p14:creationId xmlns:p14="http://schemas.microsoft.com/office/powerpoint/2010/main" val="1514648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1_Title slide option 2">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1D05AB2-BC4F-014F-89AA-54A6ECFDB3BD}"/>
              </a:ext>
            </a:extLst>
          </p:cNvPr>
          <p:cNvSpPr/>
          <p:nvPr userDrawn="1"/>
        </p:nvSpPr>
        <p:spPr>
          <a:xfrm>
            <a:off x="0" y="1812561"/>
            <a:ext cx="12192000" cy="4667614"/>
          </a:xfrm>
          <a:prstGeom prst="rect">
            <a:avLst/>
          </a:prstGeom>
          <a:solidFill>
            <a:srgbClr val="839AB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solidFill>
                <a:prstClr val="white"/>
              </a:solidFill>
            </a:endParaRPr>
          </a:p>
        </p:txBody>
      </p:sp>
      <p:pic>
        <p:nvPicPr>
          <p:cNvPr id="14" name="Picture 13">
            <a:extLst>
              <a:ext uri="{FF2B5EF4-FFF2-40B4-BE49-F238E27FC236}">
                <a16:creationId xmlns:a16="http://schemas.microsoft.com/office/drawing/2014/main" id="{479D3BAA-B020-B847-A80E-FCA91D9499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36917" y="260649"/>
            <a:ext cx="3221617" cy="1457398"/>
          </a:xfrm>
          <a:prstGeom prst="rect">
            <a:avLst/>
          </a:prstGeom>
        </p:spPr>
      </p:pic>
      <p:sp>
        <p:nvSpPr>
          <p:cNvPr id="26" name="Picture Placeholder 2">
            <a:extLst>
              <a:ext uri="{FF2B5EF4-FFF2-40B4-BE49-F238E27FC236}">
                <a16:creationId xmlns:a16="http://schemas.microsoft.com/office/drawing/2014/main" id="{75BB46FB-1EE5-FA48-8B17-EF100CCDA5B2}"/>
              </a:ext>
            </a:extLst>
          </p:cNvPr>
          <p:cNvSpPr>
            <a:spLocks noGrp="1"/>
          </p:cNvSpPr>
          <p:nvPr>
            <p:ph type="pic" sz="quarter" idx="10"/>
          </p:nvPr>
        </p:nvSpPr>
        <p:spPr>
          <a:xfrm>
            <a:off x="-22936" y="1812561"/>
            <a:ext cx="6118936" cy="4640775"/>
          </a:xfrm>
        </p:spPr>
        <p:txBody>
          <a:bodyPr/>
          <a:lstStyle>
            <a:lvl1pPr>
              <a:defRPr sz="1100"/>
            </a:lvl1pPr>
          </a:lstStyle>
          <a:p>
            <a:endParaRPr lang="en-US"/>
          </a:p>
        </p:txBody>
      </p:sp>
      <p:sp>
        <p:nvSpPr>
          <p:cNvPr id="30" name="Title 1">
            <a:extLst>
              <a:ext uri="{FF2B5EF4-FFF2-40B4-BE49-F238E27FC236}">
                <a16:creationId xmlns:a16="http://schemas.microsoft.com/office/drawing/2014/main" id="{0A591E79-A8B2-C342-8373-56C03B2F5382}"/>
              </a:ext>
            </a:extLst>
          </p:cNvPr>
          <p:cNvSpPr>
            <a:spLocks noGrp="1"/>
          </p:cNvSpPr>
          <p:nvPr>
            <p:ph type="ctrTitle" hasCustomPrompt="1"/>
          </p:nvPr>
        </p:nvSpPr>
        <p:spPr>
          <a:xfrm>
            <a:off x="6612698" y="2793412"/>
            <a:ext cx="5034015" cy="1457398"/>
          </a:xfrm>
        </p:spPr>
        <p:txBody>
          <a:bodyPr anchor="b"/>
          <a:lstStyle>
            <a:lvl1pPr algn="l">
              <a:lnSpc>
                <a:spcPct val="100000"/>
              </a:lnSpc>
              <a:defRPr sz="2200">
                <a:solidFill>
                  <a:schemeClr val="bg1"/>
                </a:solidFill>
              </a:defRPr>
            </a:lvl1pPr>
          </a:lstStyle>
          <a:p>
            <a:r>
              <a:rPr lang="en-US" dirty="0"/>
              <a:t>CLICK TO EDIT MASTER TITLE STYLE</a:t>
            </a:r>
            <a:endParaRPr lang="en-ZA" dirty="0"/>
          </a:p>
        </p:txBody>
      </p:sp>
      <p:sp>
        <p:nvSpPr>
          <p:cNvPr id="31" name="Subtitle 2">
            <a:extLst>
              <a:ext uri="{FF2B5EF4-FFF2-40B4-BE49-F238E27FC236}">
                <a16:creationId xmlns:a16="http://schemas.microsoft.com/office/drawing/2014/main" id="{73B99938-01AA-C243-B8A6-0434305054FC}"/>
              </a:ext>
            </a:extLst>
          </p:cNvPr>
          <p:cNvSpPr>
            <a:spLocks noGrp="1"/>
          </p:cNvSpPr>
          <p:nvPr>
            <p:ph type="subTitle" idx="1"/>
          </p:nvPr>
        </p:nvSpPr>
        <p:spPr>
          <a:xfrm>
            <a:off x="6612698" y="4343115"/>
            <a:ext cx="5034015" cy="1034081"/>
          </a:xfrm>
          <a:prstGeom prst="rect">
            <a:avLst/>
          </a:prstGeom>
        </p:spPr>
        <p:txBody>
          <a:bodyPr tIns="36000">
            <a:noAutofit/>
          </a:bodyPr>
          <a:lstStyle>
            <a:lvl1pPr marL="0" indent="0" algn="l">
              <a:lnSpc>
                <a:spcPct val="100000"/>
              </a:lnSpc>
              <a:buNone/>
              <a:defRPr sz="1600" b="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ZA" dirty="0"/>
          </a:p>
        </p:txBody>
      </p:sp>
      <p:sp>
        <p:nvSpPr>
          <p:cNvPr id="10" name="Rectangle 9">
            <a:extLst>
              <a:ext uri="{FF2B5EF4-FFF2-40B4-BE49-F238E27FC236}">
                <a16:creationId xmlns:a16="http://schemas.microsoft.com/office/drawing/2014/main" id="{7056C38D-5F05-A846-BC43-64147F04AF2D}"/>
              </a:ext>
            </a:extLst>
          </p:cNvPr>
          <p:cNvSpPr/>
          <p:nvPr userDrawn="1"/>
        </p:nvSpPr>
        <p:spPr>
          <a:xfrm>
            <a:off x="0" y="6480175"/>
            <a:ext cx="12192000" cy="377825"/>
          </a:xfrm>
          <a:prstGeom prst="rect">
            <a:avLst/>
          </a:prstGeom>
          <a:solidFill>
            <a:srgbClr val="E1EBF1">
              <a:alpha val="5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solidFill>
                <a:prstClr val="white"/>
              </a:solidFill>
            </a:endParaRPr>
          </a:p>
        </p:txBody>
      </p:sp>
      <p:sp>
        <p:nvSpPr>
          <p:cNvPr id="11" name="Rectangle 6">
            <a:extLst>
              <a:ext uri="{FF2B5EF4-FFF2-40B4-BE49-F238E27FC236}">
                <a16:creationId xmlns:a16="http://schemas.microsoft.com/office/drawing/2014/main" id="{CE1E08C9-0391-2942-8F2B-2BD7EE3614BA}"/>
              </a:ext>
            </a:extLst>
          </p:cNvPr>
          <p:cNvSpPr>
            <a:spLocks noChangeArrowheads="1"/>
          </p:cNvSpPr>
          <p:nvPr userDrawn="1"/>
        </p:nvSpPr>
        <p:spPr bwMode="auto">
          <a:xfrm>
            <a:off x="11280776" y="6540063"/>
            <a:ext cx="5762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r" eaLnBrk="1" hangingPunct="1">
              <a:defRPr/>
            </a:pPr>
            <a:fld id="{05A3B1D6-BE7D-ED47-BA2A-F92B9238A21D}" type="slidenum">
              <a:rPr lang="en-ZA" altLang="en-US" sz="800" b="1" smtClean="0">
                <a:solidFill>
                  <a:srgbClr val="023B61"/>
                </a:solidFill>
              </a:rPr>
              <a:pPr algn="r" eaLnBrk="1" hangingPunct="1">
                <a:defRPr/>
              </a:pPr>
              <a:t>‹#›</a:t>
            </a:fld>
            <a:endParaRPr lang="en-ZA" altLang="en-US" sz="800" b="1" dirty="0">
              <a:solidFill>
                <a:srgbClr val="023B61"/>
              </a:solidFill>
            </a:endParaRPr>
          </a:p>
        </p:txBody>
      </p:sp>
      <p:sp>
        <p:nvSpPr>
          <p:cNvPr id="12" name="Rectangle 11">
            <a:extLst>
              <a:ext uri="{FF2B5EF4-FFF2-40B4-BE49-F238E27FC236}">
                <a16:creationId xmlns:a16="http://schemas.microsoft.com/office/drawing/2014/main" id="{9A35880E-2C1E-824E-ADF4-177C091657F1}"/>
              </a:ext>
            </a:extLst>
          </p:cNvPr>
          <p:cNvSpPr/>
          <p:nvPr userDrawn="1"/>
        </p:nvSpPr>
        <p:spPr>
          <a:xfrm>
            <a:off x="119336" y="6569060"/>
            <a:ext cx="1183337" cy="200055"/>
          </a:xfrm>
          <a:prstGeom prst="rect">
            <a:avLst/>
          </a:prstGeom>
        </p:spPr>
        <p:txBody>
          <a:bodyPr wrap="none">
            <a:spAutoFit/>
          </a:bodyPr>
          <a:lstStyle/>
          <a:p>
            <a:r>
              <a:rPr lang="en-US" sz="700" dirty="0">
                <a:solidFill>
                  <a:srgbClr val="023B61"/>
                </a:solidFill>
                <a:latin typeface="Arial"/>
              </a:rPr>
              <a:t>Copyright ©, 2023, Sasol</a:t>
            </a:r>
          </a:p>
        </p:txBody>
      </p:sp>
      <p:pic>
        <p:nvPicPr>
          <p:cNvPr id="2" name="Picture 1">
            <a:extLst>
              <a:ext uri="{FF2B5EF4-FFF2-40B4-BE49-F238E27FC236}">
                <a16:creationId xmlns:a16="http://schemas.microsoft.com/office/drawing/2014/main" id="{D6B36754-A4B4-0BD4-9BB4-AE2A0115C84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772559" y="4102701"/>
            <a:ext cx="1419441" cy="2378474"/>
          </a:xfrm>
          <a:prstGeom prst="rect">
            <a:avLst/>
          </a:prstGeom>
        </p:spPr>
      </p:pic>
    </p:spTree>
    <p:extLst>
      <p:ext uri="{BB962C8B-B14F-4D97-AF65-F5344CB8AC3E}">
        <p14:creationId xmlns:p14="http://schemas.microsoft.com/office/powerpoint/2010/main" val="26003252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and 2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23B61"/>
                </a:solidFill>
              </a:defRPr>
            </a:lvl1pPr>
          </a:lstStyle>
          <a:p>
            <a:r>
              <a:rPr lang="en-US"/>
              <a:t>Click to edit Master title style</a:t>
            </a:r>
            <a:endParaRPr lang="en-ZA" dirty="0"/>
          </a:p>
        </p:txBody>
      </p:sp>
      <p:sp>
        <p:nvSpPr>
          <p:cNvPr id="3" name="Content Placeholder 2"/>
          <p:cNvSpPr>
            <a:spLocks noGrp="1"/>
          </p:cNvSpPr>
          <p:nvPr>
            <p:ph idx="1"/>
          </p:nvPr>
        </p:nvSpPr>
        <p:spPr>
          <a:xfrm>
            <a:off x="334434" y="1197000"/>
            <a:ext cx="5569545" cy="4896296"/>
          </a:xfrm>
        </p:spPr>
        <p:txBody>
          <a:bodyPr/>
          <a:lstStyle>
            <a:lvl1pPr marL="285750" indent="-285750">
              <a:buFont typeface="Arial" panose="020B0604020202020204" pitchFamily="34" charset="0"/>
              <a:buChar char="•"/>
              <a:defRPr>
                <a:solidFill>
                  <a:srgbClr val="023B61"/>
                </a:solidFill>
              </a:defRPr>
            </a:lvl1pPr>
            <a:lvl2pPr>
              <a:defRPr>
                <a:solidFill>
                  <a:srgbClr val="023B61"/>
                </a:solidFill>
              </a:defRPr>
            </a:lvl2pPr>
            <a:lvl3pPr>
              <a:defRPr>
                <a:solidFill>
                  <a:srgbClr val="023B61"/>
                </a:solidFill>
              </a:defRPr>
            </a:lvl3pPr>
            <a:lvl4pPr>
              <a:defRPr>
                <a:solidFill>
                  <a:srgbClr val="023B61"/>
                </a:solidFill>
              </a:defRPr>
            </a:lvl4pPr>
            <a:lvl5pPr>
              <a:defRPr>
                <a:solidFill>
                  <a:srgbClr val="023B6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7" name="Content Placeholder 2"/>
          <p:cNvSpPr>
            <a:spLocks noGrp="1"/>
          </p:cNvSpPr>
          <p:nvPr>
            <p:ph idx="12"/>
          </p:nvPr>
        </p:nvSpPr>
        <p:spPr>
          <a:xfrm>
            <a:off x="6288022" y="1197000"/>
            <a:ext cx="5569545" cy="4896296"/>
          </a:xfrm>
        </p:spPr>
        <p:txBody>
          <a:bodyPr/>
          <a:lstStyle>
            <a:lvl1pPr marL="285750" indent="-285750">
              <a:buFont typeface="Arial" panose="020B0604020202020204" pitchFamily="34" charset="0"/>
              <a:buChar char="•"/>
              <a:defRPr>
                <a:solidFill>
                  <a:srgbClr val="023B61"/>
                </a:solidFill>
              </a:defRPr>
            </a:lvl1pPr>
            <a:lvl2pPr>
              <a:defRPr>
                <a:solidFill>
                  <a:srgbClr val="023B61"/>
                </a:solidFill>
              </a:defRPr>
            </a:lvl2pPr>
            <a:lvl3pPr>
              <a:defRPr>
                <a:solidFill>
                  <a:srgbClr val="023B61"/>
                </a:solidFill>
              </a:defRPr>
            </a:lvl3pPr>
            <a:lvl4pPr>
              <a:defRPr>
                <a:solidFill>
                  <a:srgbClr val="023B61"/>
                </a:solidFill>
              </a:defRPr>
            </a:lvl4pPr>
            <a:lvl5pPr>
              <a:defRPr>
                <a:solidFill>
                  <a:srgbClr val="023B6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5" name="Footer Placeholder 4"/>
          <p:cNvSpPr>
            <a:spLocks noGrp="1"/>
          </p:cNvSpPr>
          <p:nvPr>
            <p:ph type="ftr" sz="quarter" idx="13"/>
          </p:nvPr>
        </p:nvSpPr>
        <p:spPr/>
        <p:txBody>
          <a:bodyPr/>
          <a:lstStyle>
            <a:lvl1pPr>
              <a:defRPr>
                <a:solidFill>
                  <a:srgbClr val="023B61"/>
                </a:solidFill>
              </a:defRPr>
            </a:lvl1pPr>
          </a:lstStyle>
          <a:p>
            <a:pPr>
              <a:defRPr/>
            </a:pPr>
            <a:endParaRPr lang="en-ZA"/>
          </a:p>
        </p:txBody>
      </p:sp>
    </p:spTree>
    <p:extLst>
      <p:ext uri="{BB962C8B-B14F-4D97-AF65-F5344CB8AC3E}">
        <p14:creationId xmlns:p14="http://schemas.microsoft.com/office/powerpoint/2010/main" val="263450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content, 2 images">
    <p:spTree>
      <p:nvGrpSpPr>
        <p:cNvPr id="1" name=""/>
        <p:cNvGrpSpPr/>
        <p:nvPr/>
      </p:nvGrpSpPr>
      <p:grpSpPr>
        <a:xfrm>
          <a:off x="0" y="0"/>
          <a:ext cx="0" cy="0"/>
          <a:chOff x="0" y="0"/>
          <a:chExt cx="0" cy="0"/>
        </a:xfrm>
      </p:grpSpPr>
      <p:sp>
        <p:nvSpPr>
          <p:cNvPr id="3" name="Content Placeholder 2"/>
          <p:cNvSpPr>
            <a:spLocks noGrp="1"/>
          </p:cNvSpPr>
          <p:nvPr>
            <p:ph idx="1"/>
          </p:nvPr>
        </p:nvSpPr>
        <p:spPr>
          <a:xfrm>
            <a:off x="334434" y="1197000"/>
            <a:ext cx="11523132" cy="4752280"/>
          </a:xfrm>
        </p:spPr>
        <p:txBody>
          <a:bodyPr/>
          <a:lstStyle>
            <a:lvl1pPr marL="285750" indent="-285750">
              <a:buFont typeface="Arial" panose="020B0604020202020204" pitchFamily="34" charset="0"/>
              <a:buChar char="•"/>
              <a:defRPr>
                <a:solidFill>
                  <a:srgbClr val="023B61"/>
                </a:solidFill>
              </a:defRPr>
            </a:lvl1pPr>
            <a:lvl2pPr>
              <a:defRPr>
                <a:solidFill>
                  <a:srgbClr val="023B61"/>
                </a:solidFill>
              </a:defRPr>
            </a:lvl2pPr>
            <a:lvl3pPr>
              <a:defRPr>
                <a:solidFill>
                  <a:srgbClr val="023B61"/>
                </a:solidFill>
              </a:defRPr>
            </a:lvl3pPr>
            <a:lvl4pPr>
              <a:defRPr>
                <a:solidFill>
                  <a:srgbClr val="023B61"/>
                </a:solidFill>
              </a:defRPr>
            </a:lvl4pPr>
            <a:lvl5pPr>
              <a:defRPr>
                <a:solidFill>
                  <a:srgbClr val="023B6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7" name="Picture Placeholder 6"/>
          <p:cNvSpPr>
            <a:spLocks noGrp="1"/>
          </p:cNvSpPr>
          <p:nvPr>
            <p:ph type="pic" sz="quarter" idx="12"/>
          </p:nvPr>
        </p:nvSpPr>
        <p:spPr>
          <a:xfrm>
            <a:off x="334434" y="4436690"/>
            <a:ext cx="5724623" cy="1727200"/>
          </a:xfrm>
          <a:solidFill>
            <a:schemeClr val="bg2">
              <a:lumMod val="20000"/>
              <a:lumOff val="80000"/>
            </a:schemeClr>
          </a:solidFill>
        </p:spPr>
        <p:txBody>
          <a:bodyPr rtlCol="0">
            <a:normAutofit/>
          </a:bodyPr>
          <a:lstStyle>
            <a:lvl1pPr marL="0" indent="0">
              <a:buFont typeface="Arial" panose="020B0604020202020204" pitchFamily="34" charset="0"/>
              <a:buNone/>
              <a:defRPr>
                <a:solidFill>
                  <a:srgbClr val="023B61"/>
                </a:solidFill>
              </a:defRPr>
            </a:lvl1pPr>
          </a:lstStyle>
          <a:p>
            <a:pPr lvl="0"/>
            <a:r>
              <a:rPr lang="en-US" noProof="0"/>
              <a:t>Drag picture to placeholder or click icon to add</a:t>
            </a:r>
            <a:endParaRPr lang="en-ZA" noProof="0" dirty="0"/>
          </a:p>
        </p:txBody>
      </p:sp>
      <p:sp>
        <p:nvSpPr>
          <p:cNvPr id="9" name="Text Placeholder 8"/>
          <p:cNvSpPr>
            <a:spLocks noGrp="1"/>
          </p:cNvSpPr>
          <p:nvPr>
            <p:ph type="body" sz="quarter" idx="13"/>
          </p:nvPr>
        </p:nvSpPr>
        <p:spPr>
          <a:xfrm>
            <a:off x="335360" y="6165305"/>
            <a:ext cx="5760640" cy="215987"/>
          </a:xfrm>
        </p:spPr>
        <p:txBody>
          <a:bodyPr tIns="18000" rtlCol="0">
            <a:noAutofit/>
          </a:bodyPr>
          <a:lstStyle>
            <a:lvl1pPr marL="0" indent="0">
              <a:buFont typeface="Arial" panose="020B0604020202020204" pitchFamily="34" charset="0"/>
              <a:buNone/>
              <a:defRPr lang="en-US" sz="900" b="0" dirty="0" smtClean="0">
                <a:solidFill>
                  <a:srgbClr val="023B61"/>
                </a:solidFill>
              </a:defRPr>
            </a:lvl1pPr>
          </a:lstStyle>
          <a:p>
            <a:pPr lvl="0"/>
            <a:r>
              <a:rPr lang="en-US"/>
              <a:t>Click to edit Master text styles</a:t>
            </a:r>
          </a:p>
        </p:txBody>
      </p:sp>
      <p:sp>
        <p:nvSpPr>
          <p:cNvPr id="10" name="Picture Placeholder 6"/>
          <p:cNvSpPr>
            <a:spLocks noGrp="1"/>
          </p:cNvSpPr>
          <p:nvPr>
            <p:ph type="pic" sz="quarter" idx="14"/>
          </p:nvPr>
        </p:nvSpPr>
        <p:spPr>
          <a:xfrm>
            <a:off x="6132018" y="4436690"/>
            <a:ext cx="5724623" cy="1727200"/>
          </a:xfrm>
          <a:solidFill>
            <a:schemeClr val="bg2">
              <a:lumMod val="20000"/>
              <a:lumOff val="80000"/>
            </a:schemeClr>
          </a:solidFill>
        </p:spPr>
        <p:txBody>
          <a:bodyPr rtlCol="0">
            <a:normAutofit/>
          </a:bodyPr>
          <a:lstStyle>
            <a:lvl1pPr marL="0" indent="0">
              <a:buFont typeface="Arial" panose="020B0604020202020204" pitchFamily="34" charset="0"/>
              <a:buNone/>
              <a:defRPr>
                <a:solidFill>
                  <a:srgbClr val="023B61"/>
                </a:solidFill>
              </a:defRPr>
            </a:lvl1pPr>
          </a:lstStyle>
          <a:p>
            <a:pPr lvl="0"/>
            <a:r>
              <a:rPr lang="en-US" noProof="0"/>
              <a:t>Drag picture to placeholder or click icon to add</a:t>
            </a:r>
            <a:endParaRPr lang="en-ZA" noProof="0" dirty="0"/>
          </a:p>
        </p:txBody>
      </p:sp>
      <p:sp>
        <p:nvSpPr>
          <p:cNvPr id="11" name="Text Placeholder 8"/>
          <p:cNvSpPr>
            <a:spLocks noGrp="1"/>
          </p:cNvSpPr>
          <p:nvPr>
            <p:ph type="body" sz="quarter" idx="15"/>
          </p:nvPr>
        </p:nvSpPr>
        <p:spPr>
          <a:xfrm>
            <a:off x="6133871" y="6165304"/>
            <a:ext cx="5723696" cy="216024"/>
          </a:xfrm>
        </p:spPr>
        <p:txBody>
          <a:bodyPr tIns="18000" rtlCol="0">
            <a:noAutofit/>
          </a:bodyPr>
          <a:lstStyle>
            <a:lvl1pPr marL="0" indent="0">
              <a:buFont typeface="Arial" panose="020B0604020202020204" pitchFamily="34" charset="0"/>
              <a:buNone/>
              <a:defRPr lang="en-US" sz="900" b="0" dirty="0" smtClean="0">
                <a:solidFill>
                  <a:srgbClr val="023B61"/>
                </a:solidFill>
              </a:defRPr>
            </a:lvl1pPr>
          </a:lstStyle>
          <a:p>
            <a:pPr lvl="0"/>
            <a:r>
              <a:rPr lang="en-US"/>
              <a:t>Click to edit Master text styles</a:t>
            </a:r>
          </a:p>
        </p:txBody>
      </p:sp>
      <p:sp>
        <p:nvSpPr>
          <p:cNvPr id="4" name="Title 3"/>
          <p:cNvSpPr>
            <a:spLocks noGrp="1"/>
          </p:cNvSpPr>
          <p:nvPr>
            <p:ph type="title"/>
          </p:nvPr>
        </p:nvSpPr>
        <p:spPr/>
        <p:txBody>
          <a:bodyPr/>
          <a:lstStyle>
            <a:lvl1pPr>
              <a:defRPr>
                <a:solidFill>
                  <a:srgbClr val="023B61"/>
                </a:solidFill>
              </a:defRPr>
            </a:lvl1pPr>
          </a:lstStyle>
          <a:p>
            <a:r>
              <a:rPr lang="en-US"/>
              <a:t>Click to edit Master title style</a:t>
            </a:r>
            <a:endParaRPr lang="en-ZA" dirty="0"/>
          </a:p>
        </p:txBody>
      </p:sp>
      <p:sp>
        <p:nvSpPr>
          <p:cNvPr id="8" name="Footer Placeholder 4"/>
          <p:cNvSpPr>
            <a:spLocks noGrp="1"/>
          </p:cNvSpPr>
          <p:nvPr>
            <p:ph type="ftr" sz="quarter" idx="16"/>
          </p:nvPr>
        </p:nvSpPr>
        <p:spPr>
          <a:xfrm>
            <a:off x="334963" y="4149725"/>
            <a:ext cx="11522075" cy="215900"/>
          </a:xfrm>
        </p:spPr>
        <p:txBody>
          <a:bodyPr/>
          <a:lstStyle>
            <a:lvl1pPr>
              <a:defRPr>
                <a:solidFill>
                  <a:srgbClr val="023B61"/>
                </a:solidFill>
              </a:defRPr>
            </a:lvl1pPr>
          </a:lstStyle>
          <a:p>
            <a:pPr>
              <a:defRPr/>
            </a:pPr>
            <a:endParaRPr lang="en-ZA"/>
          </a:p>
        </p:txBody>
      </p:sp>
    </p:spTree>
    <p:extLst>
      <p:ext uri="{BB962C8B-B14F-4D97-AF65-F5344CB8AC3E}">
        <p14:creationId xmlns:p14="http://schemas.microsoft.com/office/powerpoint/2010/main" val="3439124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Title, 2 content, 2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23B61"/>
                </a:solidFill>
              </a:defRPr>
            </a:lvl1pPr>
          </a:lstStyle>
          <a:p>
            <a:r>
              <a:rPr lang="en-US"/>
              <a:t>Click to edit Master title style</a:t>
            </a:r>
            <a:endParaRPr lang="en-ZA" dirty="0"/>
          </a:p>
        </p:txBody>
      </p:sp>
      <p:sp>
        <p:nvSpPr>
          <p:cNvPr id="3" name="Content Placeholder 2"/>
          <p:cNvSpPr>
            <a:spLocks noGrp="1"/>
          </p:cNvSpPr>
          <p:nvPr>
            <p:ph idx="1"/>
          </p:nvPr>
        </p:nvSpPr>
        <p:spPr>
          <a:xfrm>
            <a:off x="334434" y="1206835"/>
            <a:ext cx="5569545" cy="2942245"/>
          </a:xfrm>
        </p:spPr>
        <p:txBody>
          <a:bodyPr/>
          <a:lstStyle>
            <a:lvl1pPr marL="285750" indent="-285750">
              <a:buFont typeface="Arial" panose="020B0604020202020204" pitchFamily="34" charset="0"/>
              <a:buChar char="•"/>
              <a:defRPr>
                <a:solidFill>
                  <a:srgbClr val="023B61"/>
                </a:solidFill>
              </a:defRPr>
            </a:lvl1pPr>
            <a:lvl2pPr>
              <a:defRPr>
                <a:solidFill>
                  <a:srgbClr val="023B61"/>
                </a:solidFill>
              </a:defRPr>
            </a:lvl2pPr>
            <a:lvl3pPr>
              <a:defRPr>
                <a:solidFill>
                  <a:srgbClr val="023B61"/>
                </a:solidFill>
              </a:defRPr>
            </a:lvl3pPr>
            <a:lvl4pPr>
              <a:defRPr>
                <a:solidFill>
                  <a:srgbClr val="023B61"/>
                </a:solidFill>
              </a:defRPr>
            </a:lvl4pPr>
            <a:lvl5pPr>
              <a:defRPr>
                <a:solidFill>
                  <a:srgbClr val="023B6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levelv</a:t>
            </a:r>
            <a:endParaRPr lang="en-ZA" dirty="0"/>
          </a:p>
        </p:txBody>
      </p:sp>
      <p:sp>
        <p:nvSpPr>
          <p:cNvPr id="7" name="Picture Placeholder 6"/>
          <p:cNvSpPr>
            <a:spLocks noGrp="1"/>
          </p:cNvSpPr>
          <p:nvPr>
            <p:ph type="pic" sz="quarter" idx="12"/>
          </p:nvPr>
        </p:nvSpPr>
        <p:spPr>
          <a:xfrm>
            <a:off x="334434" y="4436690"/>
            <a:ext cx="5724623" cy="1727200"/>
          </a:xfrm>
          <a:solidFill>
            <a:schemeClr val="bg2">
              <a:lumMod val="20000"/>
              <a:lumOff val="80000"/>
            </a:schemeClr>
          </a:solidFill>
        </p:spPr>
        <p:txBody>
          <a:bodyPr rtlCol="0">
            <a:normAutofit/>
          </a:bodyPr>
          <a:lstStyle>
            <a:lvl1pPr marL="0" indent="0">
              <a:buFont typeface="Arial" panose="020B0604020202020204" pitchFamily="34" charset="0"/>
              <a:buNone/>
              <a:defRPr sz="1000">
                <a:solidFill>
                  <a:srgbClr val="023B61"/>
                </a:solidFill>
              </a:defRPr>
            </a:lvl1pPr>
          </a:lstStyle>
          <a:p>
            <a:pPr lvl="0"/>
            <a:r>
              <a:rPr lang="en-US" noProof="0"/>
              <a:t>Drag picture to placeholder or click icon to add</a:t>
            </a:r>
            <a:endParaRPr lang="en-ZA" noProof="0" dirty="0"/>
          </a:p>
        </p:txBody>
      </p:sp>
      <p:sp>
        <p:nvSpPr>
          <p:cNvPr id="9" name="Text Placeholder 8"/>
          <p:cNvSpPr>
            <a:spLocks noGrp="1"/>
          </p:cNvSpPr>
          <p:nvPr>
            <p:ph type="body" sz="quarter" idx="13"/>
          </p:nvPr>
        </p:nvSpPr>
        <p:spPr>
          <a:xfrm>
            <a:off x="334434" y="6164362"/>
            <a:ext cx="5761567" cy="216929"/>
          </a:xfrm>
        </p:spPr>
        <p:txBody>
          <a:bodyPr tIns="18000">
            <a:noAutofit/>
          </a:bodyPr>
          <a:lstStyle>
            <a:lvl1pPr marL="0" indent="0">
              <a:buFont typeface="Arial" panose="020B0604020202020204" pitchFamily="34" charset="0"/>
              <a:buNone/>
              <a:defRPr sz="900" b="0">
                <a:solidFill>
                  <a:srgbClr val="023B6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p:txBody>
      </p:sp>
      <p:sp>
        <p:nvSpPr>
          <p:cNvPr id="10" name="Picture Placeholder 6"/>
          <p:cNvSpPr>
            <a:spLocks noGrp="1"/>
          </p:cNvSpPr>
          <p:nvPr>
            <p:ph type="pic" sz="quarter" idx="14"/>
          </p:nvPr>
        </p:nvSpPr>
        <p:spPr>
          <a:xfrm>
            <a:off x="6132018" y="4436690"/>
            <a:ext cx="5724623" cy="1727200"/>
          </a:xfrm>
          <a:solidFill>
            <a:schemeClr val="bg2">
              <a:lumMod val="20000"/>
              <a:lumOff val="80000"/>
            </a:schemeClr>
          </a:solidFill>
        </p:spPr>
        <p:txBody>
          <a:bodyPr rtlCol="0">
            <a:normAutofit/>
          </a:bodyPr>
          <a:lstStyle>
            <a:lvl1pPr marL="0" indent="0">
              <a:buFont typeface="Arial" panose="020B0604020202020204" pitchFamily="34" charset="0"/>
              <a:buNone/>
              <a:defRPr sz="1000">
                <a:solidFill>
                  <a:srgbClr val="023B61"/>
                </a:solidFill>
              </a:defRPr>
            </a:lvl1pPr>
          </a:lstStyle>
          <a:p>
            <a:pPr lvl="0"/>
            <a:r>
              <a:rPr lang="en-US" noProof="0"/>
              <a:t>Drag picture to placeholder or click icon to add</a:t>
            </a:r>
            <a:endParaRPr lang="en-ZA" noProof="0" dirty="0"/>
          </a:p>
        </p:txBody>
      </p:sp>
      <p:sp>
        <p:nvSpPr>
          <p:cNvPr id="11" name="Text Placeholder 8"/>
          <p:cNvSpPr>
            <a:spLocks noGrp="1"/>
          </p:cNvSpPr>
          <p:nvPr>
            <p:ph type="body" sz="quarter" idx="15"/>
          </p:nvPr>
        </p:nvSpPr>
        <p:spPr>
          <a:xfrm>
            <a:off x="6132945" y="6164362"/>
            <a:ext cx="5724623" cy="216967"/>
          </a:xfrm>
        </p:spPr>
        <p:txBody>
          <a:bodyPr tIns="18000">
            <a:noAutofit/>
          </a:bodyPr>
          <a:lstStyle>
            <a:lvl1pPr marL="0" indent="0">
              <a:buFont typeface="Arial" panose="020B0604020202020204" pitchFamily="34" charset="0"/>
              <a:buNone/>
              <a:defRPr sz="900" b="0">
                <a:solidFill>
                  <a:srgbClr val="023B6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p:txBody>
      </p:sp>
      <p:sp>
        <p:nvSpPr>
          <p:cNvPr id="13" name="Footer Placeholder 4"/>
          <p:cNvSpPr>
            <a:spLocks noGrp="1"/>
          </p:cNvSpPr>
          <p:nvPr>
            <p:ph type="ftr" sz="quarter" idx="17"/>
          </p:nvPr>
        </p:nvSpPr>
        <p:spPr>
          <a:xfrm>
            <a:off x="334963" y="4149725"/>
            <a:ext cx="11522075" cy="215900"/>
          </a:xfrm>
        </p:spPr>
        <p:txBody>
          <a:bodyPr/>
          <a:lstStyle>
            <a:lvl1pPr>
              <a:defRPr>
                <a:solidFill>
                  <a:srgbClr val="023B61"/>
                </a:solidFill>
              </a:defRPr>
            </a:lvl1pPr>
          </a:lstStyle>
          <a:p>
            <a:pPr>
              <a:defRPr/>
            </a:pPr>
            <a:endParaRPr lang="en-ZA"/>
          </a:p>
        </p:txBody>
      </p:sp>
      <p:sp>
        <p:nvSpPr>
          <p:cNvPr id="14" name="Content Placeholder 2">
            <a:extLst>
              <a:ext uri="{FF2B5EF4-FFF2-40B4-BE49-F238E27FC236}">
                <a16:creationId xmlns:a16="http://schemas.microsoft.com/office/drawing/2014/main" id="{95FF30DD-715A-C44F-8899-02E0771BD830}"/>
              </a:ext>
            </a:extLst>
          </p:cNvPr>
          <p:cNvSpPr>
            <a:spLocks noGrp="1"/>
          </p:cNvSpPr>
          <p:nvPr>
            <p:ph idx="18"/>
          </p:nvPr>
        </p:nvSpPr>
        <p:spPr>
          <a:xfrm>
            <a:off x="6136035" y="1197000"/>
            <a:ext cx="5569545" cy="2942245"/>
          </a:xfrm>
        </p:spPr>
        <p:txBody>
          <a:bodyPr/>
          <a:lstStyle>
            <a:lvl1pPr marL="285750" indent="-285750">
              <a:buFont typeface="Arial" panose="020B0604020202020204" pitchFamily="34" charset="0"/>
              <a:buChar char="•"/>
              <a:defRPr>
                <a:solidFill>
                  <a:srgbClr val="023B61"/>
                </a:solidFill>
              </a:defRPr>
            </a:lvl1pPr>
            <a:lvl2pPr>
              <a:defRPr>
                <a:solidFill>
                  <a:srgbClr val="023B61"/>
                </a:solidFill>
              </a:defRPr>
            </a:lvl2pPr>
            <a:lvl3pPr>
              <a:defRPr>
                <a:solidFill>
                  <a:srgbClr val="023B61"/>
                </a:solidFill>
              </a:defRPr>
            </a:lvl3pPr>
            <a:lvl4pPr>
              <a:defRPr>
                <a:solidFill>
                  <a:srgbClr val="023B61"/>
                </a:solidFill>
              </a:defRPr>
            </a:lvl4pPr>
            <a:lvl5pPr>
              <a:defRPr>
                <a:solidFill>
                  <a:srgbClr val="023B6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levelv</a:t>
            </a:r>
            <a:endParaRPr lang="en-ZA" dirty="0"/>
          </a:p>
        </p:txBody>
      </p:sp>
    </p:spTree>
    <p:extLst>
      <p:ext uri="{BB962C8B-B14F-4D97-AF65-F5344CB8AC3E}">
        <p14:creationId xmlns:p14="http://schemas.microsoft.com/office/powerpoint/2010/main" val="25522722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3_Title slide 1">
    <p:bg>
      <p:bgPr>
        <a:solidFill>
          <a:schemeClr val="bg1"/>
        </a:solidFill>
        <a:effectLst/>
      </p:bgPr>
    </p:bg>
    <p:spTree>
      <p:nvGrpSpPr>
        <p:cNvPr id="1" name=""/>
        <p:cNvGrpSpPr/>
        <p:nvPr/>
      </p:nvGrpSpPr>
      <p:grpSpPr>
        <a:xfrm>
          <a:off x="0" y="0"/>
          <a:ext cx="0" cy="0"/>
          <a:chOff x="0" y="0"/>
          <a:chExt cx="0" cy="0"/>
        </a:xfrm>
      </p:grpSpPr>
      <p:sp>
        <p:nvSpPr>
          <p:cNvPr id="5" name="Rectangle 4"/>
          <p:cNvSpPr/>
          <p:nvPr/>
        </p:nvSpPr>
        <p:spPr>
          <a:xfrm>
            <a:off x="0" y="0"/>
            <a:ext cx="4140200" cy="6858000"/>
          </a:xfrm>
          <a:prstGeom prst="rect">
            <a:avLst/>
          </a:prstGeom>
          <a:solidFill>
            <a:srgbClr val="033B61"/>
          </a:solidFill>
          <a:ln>
            <a:noFill/>
          </a:ln>
          <a:effectLst/>
        </p:spPr>
        <p:style>
          <a:lnRef idx="1">
            <a:schemeClr val="accent2"/>
          </a:lnRef>
          <a:fillRef idx="3">
            <a:schemeClr val="accent2"/>
          </a:fillRef>
          <a:effectRef idx="2">
            <a:schemeClr val="accent2"/>
          </a:effectRef>
          <a:fontRef idx="minor">
            <a:schemeClr val="lt1"/>
          </a:fontRef>
        </p:style>
        <p:txBody>
          <a:bodyPr anchor="ctr"/>
          <a:lstStyle/>
          <a:p>
            <a:pPr algn="ctr" eaLnBrk="1" fontAlgn="auto" hangingPunct="1">
              <a:spcBef>
                <a:spcPts val="0"/>
              </a:spcBef>
              <a:spcAft>
                <a:spcPts val="0"/>
              </a:spcAft>
              <a:defRPr/>
            </a:pPr>
            <a:endParaRPr lang="en-US" dirty="0">
              <a:solidFill>
                <a:srgbClr val="0C1533"/>
              </a:solidFill>
            </a:endParaRPr>
          </a:p>
        </p:txBody>
      </p:sp>
      <p:sp>
        <p:nvSpPr>
          <p:cNvPr id="6" name="Text Placeholder 3"/>
          <p:cNvSpPr txBox="1">
            <a:spLocks/>
          </p:cNvSpPr>
          <p:nvPr/>
        </p:nvSpPr>
        <p:spPr bwMode="auto">
          <a:xfrm>
            <a:off x="334963" y="6381750"/>
            <a:ext cx="37433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Bef>
                <a:spcPts val="1000"/>
              </a:spcBef>
              <a:buFont typeface="Arial" charset="0"/>
              <a:buNone/>
            </a:pPr>
            <a:endParaRPr lang="en-ZA" altLang="en-US" sz="900">
              <a:solidFill>
                <a:prstClr val="white"/>
              </a:solidFill>
              <a:ea typeface="Arial" charset="0"/>
              <a:cs typeface="Arial" charset="0"/>
            </a:endParaRPr>
          </a:p>
        </p:txBody>
      </p:sp>
      <p:sp>
        <p:nvSpPr>
          <p:cNvPr id="7" name="Title 1"/>
          <p:cNvSpPr>
            <a:spLocks noGrp="1"/>
          </p:cNvSpPr>
          <p:nvPr>
            <p:ph type="ctrTitle"/>
          </p:nvPr>
        </p:nvSpPr>
        <p:spPr>
          <a:xfrm>
            <a:off x="614439" y="819446"/>
            <a:ext cx="3135085" cy="1403055"/>
          </a:xfrm>
          <a:prstGeom prst="rect">
            <a:avLst/>
          </a:prstGeom>
        </p:spPr>
        <p:txBody>
          <a:bodyPr tIns="0" anchor="t"/>
          <a:lstStyle>
            <a:lvl1pPr algn="l">
              <a:defRPr sz="20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ZA" dirty="0"/>
          </a:p>
        </p:txBody>
      </p:sp>
      <p:sp>
        <p:nvSpPr>
          <p:cNvPr id="8" name="Subtitle 2"/>
          <p:cNvSpPr>
            <a:spLocks noGrp="1"/>
          </p:cNvSpPr>
          <p:nvPr>
            <p:ph type="subTitle" idx="1"/>
          </p:nvPr>
        </p:nvSpPr>
        <p:spPr>
          <a:xfrm>
            <a:off x="614439" y="3501008"/>
            <a:ext cx="2514600" cy="648072"/>
          </a:xfrm>
          <a:prstGeom prst="rect">
            <a:avLst/>
          </a:prstGeom>
        </p:spPr>
        <p:txBody>
          <a:bodyPr/>
          <a:lstStyle>
            <a:lvl1pPr marL="0" indent="0" algn="l">
              <a:buNone/>
              <a:defRPr sz="14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dirty="0"/>
          </a:p>
        </p:txBody>
      </p:sp>
      <p:sp>
        <p:nvSpPr>
          <p:cNvPr id="10" name="Text Placeholder 2"/>
          <p:cNvSpPr>
            <a:spLocks noGrp="1"/>
          </p:cNvSpPr>
          <p:nvPr>
            <p:ph type="body" idx="10"/>
          </p:nvPr>
        </p:nvSpPr>
        <p:spPr>
          <a:xfrm>
            <a:off x="614439" y="2396514"/>
            <a:ext cx="3135085" cy="823912"/>
          </a:xfrm>
          <a:prstGeom prst="rect">
            <a:avLst/>
          </a:prstGeom>
        </p:spPr>
        <p:txBody>
          <a:bodyPr/>
          <a:lstStyle>
            <a:lvl1pPr marL="0" indent="0">
              <a:buNone/>
              <a:defRPr sz="1400" b="1">
                <a:solidFill>
                  <a:schemeClr val="bg1"/>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1" name="Picture 10">
            <a:extLst>
              <a:ext uri="{FF2B5EF4-FFF2-40B4-BE49-F238E27FC236}">
                <a16:creationId xmlns:a16="http://schemas.microsoft.com/office/drawing/2014/main" id="{96861EA9-6FAF-2043-A1C4-D4F6CAA5F5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69967" y="568962"/>
            <a:ext cx="3514465" cy="3198450"/>
          </a:xfrm>
          <a:prstGeom prst="rect">
            <a:avLst/>
          </a:prstGeom>
        </p:spPr>
      </p:pic>
      <p:pic>
        <p:nvPicPr>
          <p:cNvPr id="2" name="Picture 1">
            <a:extLst>
              <a:ext uri="{FF2B5EF4-FFF2-40B4-BE49-F238E27FC236}">
                <a16:creationId xmlns:a16="http://schemas.microsoft.com/office/drawing/2014/main" id="{98B1C3FE-AC05-6E87-6D0B-48162A66C1B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720759" y="4478766"/>
            <a:ext cx="1419441" cy="2378474"/>
          </a:xfrm>
          <a:prstGeom prst="rect">
            <a:avLst/>
          </a:prstGeom>
        </p:spPr>
      </p:pic>
    </p:spTree>
    <p:extLst>
      <p:ext uri="{BB962C8B-B14F-4D97-AF65-F5344CB8AC3E}">
        <p14:creationId xmlns:p14="http://schemas.microsoft.com/office/powerpoint/2010/main" val="35448647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ontent with kicker box">
    <p:spTree>
      <p:nvGrpSpPr>
        <p:cNvPr id="1" name=""/>
        <p:cNvGrpSpPr/>
        <p:nvPr/>
      </p:nvGrpSpPr>
      <p:grpSpPr>
        <a:xfrm>
          <a:off x="0" y="0"/>
          <a:ext cx="0" cy="0"/>
          <a:chOff x="0" y="0"/>
          <a:chExt cx="0" cy="0"/>
        </a:xfrm>
      </p:grpSpPr>
      <p:sp>
        <p:nvSpPr>
          <p:cNvPr id="15" name="Text Placeholder 14"/>
          <p:cNvSpPr>
            <a:spLocks noGrp="1"/>
          </p:cNvSpPr>
          <p:nvPr>
            <p:ph type="body" sz="quarter" idx="15"/>
          </p:nvPr>
        </p:nvSpPr>
        <p:spPr>
          <a:xfrm>
            <a:off x="334434" y="5517232"/>
            <a:ext cx="11523133" cy="720080"/>
          </a:xfrm>
          <a:prstGeom prst="rect">
            <a:avLst/>
          </a:prstGeom>
          <a:solidFill>
            <a:srgbClr val="839AB3"/>
          </a:solidFill>
          <a:ln w="12700">
            <a:noFill/>
          </a:ln>
          <a:effectLst/>
        </p:spPr>
        <p:txBody>
          <a:bodyPr anchor="ctr"/>
          <a:lstStyle>
            <a:lvl1pPr marL="0" indent="0" algn="ctr">
              <a:lnSpc>
                <a:spcPct val="100000"/>
              </a:lnSpc>
              <a:spcBef>
                <a:spcPts val="0"/>
              </a:spcBef>
              <a:buNone/>
              <a:defRPr sz="1600">
                <a:solidFill>
                  <a:schemeClr val="bg1"/>
                </a:solidFill>
              </a:defRPr>
            </a:lvl1pPr>
          </a:lstStyle>
          <a:p>
            <a:pPr lvl="0"/>
            <a:r>
              <a:rPr lang="en-US"/>
              <a:t>Click to edit Master text styles</a:t>
            </a:r>
          </a:p>
        </p:txBody>
      </p:sp>
      <p:sp>
        <p:nvSpPr>
          <p:cNvPr id="9" name="Text Placeholder 7"/>
          <p:cNvSpPr>
            <a:spLocks noGrp="1"/>
          </p:cNvSpPr>
          <p:nvPr>
            <p:ph type="body" sz="quarter" idx="16"/>
          </p:nvPr>
        </p:nvSpPr>
        <p:spPr>
          <a:xfrm>
            <a:off x="348611" y="918199"/>
            <a:ext cx="11508956" cy="346135"/>
          </a:xfrm>
          <a:prstGeom prst="rect">
            <a:avLst/>
          </a:prstGeom>
        </p:spPr>
        <p:txBody>
          <a:bodyPr/>
          <a:lstStyle>
            <a:lvl1pPr marL="0" indent="0">
              <a:buSzPct val="150000"/>
              <a:buFont typeface="Arial" panose="020B0604020202020204" pitchFamily="34" charset="0"/>
              <a:buNone/>
              <a:defRPr lang="en-US" sz="1800" b="1" kern="1200" dirty="0" smtClean="0">
                <a:solidFill>
                  <a:srgbClr val="007DB6"/>
                </a:solidFill>
                <a:latin typeface="Arial" panose="020B0604020202020204" pitchFamily="34" charset="0"/>
                <a:ea typeface="+mn-ea"/>
                <a:cs typeface="Arial" panose="020B0604020202020204" pitchFamily="34" charset="0"/>
              </a:defRPr>
            </a:lvl1pPr>
          </a:lstStyle>
          <a:p>
            <a:pPr lvl="0"/>
            <a:r>
              <a:rPr lang="en-US" dirty="0"/>
              <a:t>Click to edit Master text styles</a:t>
            </a:r>
          </a:p>
        </p:txBody>
      </p:sp>
      <p:sp>
        <p:nvSpPr>
          <p:cNvPr id="10" name="Title 5"/>
          <p:cNvSpPr>
            <a:spLocks noGrp="1"/>
          </p:cNvSpPr>
          <p:nvPr>
            <p:ph type="title"/>
          </p:nvPr>
        </p:nvSpPr>
        <p:spPr>
          <a:xfrm>
            <a:off x="334433" y="179389"/>
            <a:ext cx="9220200" cy="719137"/>
          </a:xfrm>
        </p:spPr>
        <p:txBody>
          <a:bodyPr/>
          <a:lstStyle>
            <a:lvl1pPr>
              <a:defRPr>
                <a:solidFill>
                  <a:srgbClr val="023B61"/>
                </a:solidFill>
              </a:defRPr>
            </a:lvl1pPr>
          </a:lstStyle>
          <a:p>
            <a:r>
              <a:rPr lang="en-US" dirty="0"/>
              <a:t>Click to edit Master title style</a:t>
            </a:r>
            <a:endParaRPr lang="en-ZA" dirty="0"/>
          </a:p>
        </p:txBody>
      </p:sp>
      <p:sp>
        <p:nvSpPr>
          <p:cNvPr id="7" name="Content Placeholder 2">
            <a:extLst>
              <a:ext uri="{FF2B5EF4-FFF2-40B4-BE49-F238E27FC236}">
                <a16:creationId xmlns:a16="http://schemas.microsoft.com/office/drawing/2014/main" id="{7C094030-C99D-5441-930A-C84EB97241F6}"/>
              </a:ext>
            </a:extLst>
          </p:cNvPr>
          <p:cNvSpPr>
            <a:spLocks noGrp="1"/>
          </p:cNvSpPr>
          <p:nvPr>
            <p:ph idx="1"/>
          </p:nvPr>
        </p:nvSpPr>
        <p:spPr>
          <a:xfrm>
            <a:off x="334434" y="1413000"/>
            <a:ext cx="11508956" cy="3960000"/>
          </a:xfrm>
        </p:spPr>
        <p:txBody>
          <a:bodyPr/>
          <a:lstStyle>
            <a:lvl1pPr marL="285750" indent="-285750">
              <a:buFont typeface="Arial" panose="020B0604020202020204" pitchFamily="34" charset="0"/>
              <a:buChar char="•"/>
              <a:defRPr>
                <a:solidFill>
                  <a:srgbClr val="023B61"/>
                </a:solidFill>
              </a:defRPr>
            </a:lvl1pPr>
            <a:lvl2pPr>
              <a:defRPr>
                <a:solidFill>
                  <a:srgbClr val="023B61"/>
                </a:solidFill>
              </a:defRPr>
            </a:lvl2pPr>
            <a:lvl3pPr>
              <a:defRPr>
                <a:solidFill>
                  <a:srgbClr val="023B61"/>
                </a:solidFill>
              </a:defRPr>
            </a:lvl3pPr>
            <a:lvl4pPr>
              <a:defRPr>
                <a:solidFill>
                  <a:srgbClr val="023B61"/>
                </a:solidFill>
              </a:defRPr>
            </a:lvl4pPr>
            <a:lvl5pPr>
              <a:defRPr>
                <a:solidFill>
                  <a:srgbClr val="023B6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levelv</a:t>
            </a:r>
            <a:endParaRPr lang="en-ZA" dirty="0"/>
          </a:p>
        </p:txBody>
      </p:sp>
    </p:spTree>
    <p:extLst>
      <p:ext uri="{BB962C8B-B14F-4D97-AF65-F5344CB8AC3E}">
        <p14:creationId xmlns:p14="http://schemas.microsoft.com/office/powerpoint/2010/main" val="33819465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itle, subtitle &amp; content">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34435" y="1484784"/>
            <a:ext cx="11523132" cy="4896966"/>
          </a:xfrm>
          <a:prstGeom prst="rect">
            <a:avLst/>
          </a:prstGeom>
        </p:spPr>
        <p:txBody>
          <a:bodyPr/>
          <a:lstStyle>
            <a:lvl1pPr marL="285750" indent="-285750">
              <a:buFont typeface="Arial" panose="020B0604020202020204" pitchFamily="34" charset="0"/>
              <a:buChar char="•"/>
              <a:defRPr sz="1600">
                <a:solidFill>
                  <a:srgbClr val="023B61"/>
                </a:solidFill>
                <a:latin typeface="Arial" panose="020B0604020202020204" pitchFamily="34" charset="0"/>
                <a:cs typeface="Arial" panose="020B0604020202020204" pitchFamily="34" charset="0"/>
              </a:defRPr>
            </a:lvl1pPr>
            <a:lvl2pPr>
              <a:defRPr sz="1400">
                <a:solidFill>
                  <a:srgbClr val="023B61"/>
                </a:solidFill>
                <a:latin typeface="Arial" panose="020B0604020202020204" pitchFamily="34" charset="0"/>
                <a:cs typeface="Arial" panose="020B0604020202020204" pitchFamily="34" charset="0"/>
              </a:defRPr>
            </a:lvl2pPr>
            <a:lvl3pPr>
              <a:defRPr sz="1200">
                <a:solidFill>
                  <a:srgbClr val="023B61"/>
                </a:solidFill>
                <a:latin typeface="Arial" panose="020B0604020202020204" pitchFamily="34" charset="0"/>
                <a:cs typeface="Arial" panose="020B0604020202020204" pitchFamily="34" charset="0"/>
              </a:defRPr>
            </a:lvl3pPr>
            <a:lvl4pPr>
              <a:defRPr sz="1100">
                <a:solidFill>
                  <a:srgbClr val="023B61"/>
                </a:solidFill>
                <a:latin typeface="Arial" panose="020B0604020202020204" pitchFamily="34" charset="0"/>
                <a:cs typeface="Arial" panose="020B0604020202020204" pitchFamily="34" charset="0"/>
              </a:defRPr>
            </a:lvl4pPr>
            <a:lvl5pPr>
              <a:defRPr sz="1000">
                <a:solidFill>
                  <a:schemeClr val="accent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7"/>
          <p:cNvSpPr>
            <a:spLocks noGrp="1"/>
          </p:cNvSpPr>
          <p:nvPr>
            <p:ph type="body" sz="quarter" idx="15"/>
          </p:nvPr>
        </p:nvSpPr>
        <p:spPr>
          <a:xfrm>
            <a:off x="348611" y="1049033"/>
            <a:ext cx="11508956" cy="346135"/>
          </a:xfrm>
          <a:prstGeom prst="rect">
            <a:avLst/>
          </a:prstGeom>
        </p:spPr>
        <p:txBody>
          <a:bodyPr/>
          <a:lstStyle>
            <a:lvl1pPr marL="0" indent="0">
              <a:buSzPct val="150000"/>
              <a:buFont typeface="Arial" panose="020B0604020202020204" pitchFamily="34" charset="0"/>
              <a:buNone/>
              <a:defRPr lang="en-US" sz="1800" b="1" kern="1200" dirty="0" smtClean="0">
                <a:solidFill>
                  <a:srgbClr val="007DB6"/>
                </a:solidFill>
                <a:latin typeface="Arial" panose="020B0604020202020204" pitchFamily="34" charset="0"/>
                <a:ea typeface="+mn-ea"/>
                <a:cs typeface="Arial" panose="020B0604020202020204" pitchFamily="34" charset="0"/>
              </a:defRPr>
            </a:lvl1pPr>
          </a:lstStyle>
          <a:p>
            <a:pPr lvl="0"/>
            <a:r>
              <a:rPr lang="en-US"/>
              <a:t>Click to edit Master text styles</a:t>
            </a:r>
          </a:p>
        </p:txBody>
      </p:sp>
      <p:sp>
        <p:nvSpPr>
          <p:cNvPr id="6" name="Title 5"/>
          <p:cNvSpPr>
            <a:spLocks noGrp="1"/>
          </p:cNvSpPr>
          <p:nvPr>
            <p:ph type="title"/>
          </p:nvPr>
        </p:nvSpPr>
        <p:spPr/>
        <p:txBody>
          <a:bodyPr/>
          <a:lstStyle>
            <a:lvl1pPr>
              <a:defRPr>
                <a:solidFill>
                  <a:srgbClr val="023B61"/>
                </a:solidFill>
              </a:defRPr>
            </a:lvl1pPr>
          </a:lstStyle>
          <a:p>
            <a:r>
              <a:rPr lang="en-US"/>
              <a:t>Click to edit Master title style</a:t>
            </a:r>
            <a:endParaRPr lang="en-ZA" dirty="0"/>
          </a:p>
        </p:txBody>
      </p:sp>
      <p:sp>
        <p:nvSpPr>
          <p:cNvPr id="7" name="Footer Placeholder 4"/>
          <p:cNvSpPr>
            <a:spLocks noGrp="1"/>
          </p:cNvSpPr>
          <p:nvPr>
            <p:ph type="ftr" sz="quarter" idx="16"/>
          </p:nvPr>
        </p:nvSpPr>
        <p:spPr/>
        <p:txBody>
          <a:bodyPr/>
          <a:lstStyle>
            <a:lvl1pPr>
              <a:defRPr>
                <a:solidFill>
                  <a:srgbClr val="023B61"/>
                </a:solidFill>
              </a:defRPr>
            </a:lvl1pPr>
          </a:lstStyle>
          <a:p>
            <a:pPr>
              <a:defRPr/>
            </a:pPr>
            <a:endParaRPr lang="en-ZA"/>
          </a:p>
        </p:txBody>
      </p:sp>
    </p:spTree>
    <p:extLst>
      <p:ext uri="{BB962C8B-B14F-4D97-AF65-F5344CB8AC3E}">
        <p14:creationId xmlns:p14="http://schemas.microsoft.com/office/powerpoint/2010/main" val="6182369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le &amp; content">
    <p:spTree>
      <p:nvGrpSpPr>
        <p:cNvPr id="1" name=""/>
        <p:cNvGrpSpPr/>
        <p:nvPr/>
      </p:nvGrpSpPr>
      <p:grpSpPr>
        <a:xfrm>
          <a:off x="0" y="0"/>
          <a:ext cx="0" cy="0"/>
          <a:chOff x="0" y="0"/>
          <a:chExt cx="0" cy="0"/>
        </a:xfrm>
      </p:grpSpPr>
      <p:sp>
        <p:nvSpPr>
          <p:cNvPr id="2" name="Title 5"/>
          <p:cNvSpPr txBox="1">
            <a:spLocks/>
          </p:cNvSpPr>
          <p:nvPr/>
        </p:nvSpPr>
        <p:spPr bwMode="auto">
          <a:xfrm>
            <a:off x="349100" y="208052"/>
            <a:ext cx="99568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lIns="0" tIns="36000" rIns="0" bIns="0" anchor="ctr"/>
          <a:lstStyle>
            <a:lvl1pPr algn="l" rtl="0" eaLnBrk="1" fontAlgn="base" hangingPunct="1">
              <a:spcBef>
                <a:spcPct val="0"/>
              </a:spcBef>
              <a:spcAft>
                <a:spcPct val="0"/>
              </a:spcAft>
              <a:defRPr sz="2000" b="1" kern="1200">
                <a:solidFill>
                  <a:srgbClr val="033B61"/>
                </a:solidFill>
                <a:latin typeface="+mj-lt"/>
                <a:ea typeface="+mj-ea"/>
                <a:cs typeface="+mj-cs"/>
              </a:defRPr>
            </a:lvl1pPr>
            <a:lvl2pPr algn="l" rtl="0" eaLnBrk="1" fontAlgn="base" hangingPunct="1">
              <a:spcBef>
                <a:spcPct val="0"/>
              </a:spcBef>
              <a:spcAft>
                <a:spcPct val="0"/>
              </a:spcAft>
              <a:defRPr sz="2000" b="1">
                <a:solidFill>
                  <a:srgbClr val="033B61"/>
                </a:solidFill>
                <a:latin typeface="Arial" charset="0"/>
              </a:defRPr>
            </a:lvl2pPr>
            <a:lvl3pPr algn="l" rtl="0" eaLnBrk="1" fontAlgn="base" hangingPunct="1">
              <a:spcBef>
                <a:spcPct val="0"/>
              </a:spcBef>
              <a:spcAft>
                <a:spcPct val="0"/>
              </a:spcAft>
              <a:defRPr sz="2000" b="1">
                <a:solidFill>
                  <a:srgbClr val="033B61"/>
                </a:solidFill>
                <a:latin typeface="Arial" charset="0"/>
              </a:defRPr>
            </a:lvl3pPr>
            <a:lvl4pPr algn="l" rtl="0" eaLnBrk="1" fontAlgn="base" hangingPunct="1">
              <a:spcBef>
                <a:spcPct val="0"/>
              </a:spcBef>
              <a:spcAft>
                <a:spcPct val="0"/>
              </a:spcAft>
              <a:defRPr sz="2000" b="1">
                <a:solidFill>
                  <a:srgbClr val="033B61"/>
                </a:solidFill>
                <a:latin typeface="Arial" charset="0"/>
              </a:defRPr>
            </a:lvl4pPr>
            <a:lvl5pPr algn="l" rtl="0" eaLnBrk="1" fontAlgn="base" hangingPunct="1">
              <a:spcBef>
                <a:spcPct val="0"/>
              </a:spcBef>
              <a:spcAft>
                <a:spcPct val="0"/>
              </a:spcAft>
              <a:defRPr sz="2000" b="1">
                <a:solidFill>
                  <a:srgbClr val="033B61"/>
                </a:solidFill>
                <a:latin typeface="Arial" charset="0"/>
              </a:defRPr>
            </a:lvl5pPr>
            <a:lvl6pPr marL="457200" algn="l" rtl="0" eaLnBrk="1" fontAlgn="base" hangingPunct="1">
              <a:spcBef>
                <a:spcPct val="0"/>
              </a:spcBef>
              <a:spcAft>
                <a:spcPct val="0"/>
              </a:spcAft>
              <a:defRPr sz="2000" b="1">
                <a:solidFill>
                  <a:srgbClr val="033B61"/>
                </a:solidFill>
                <a:latin typeface="Arial" charset="0"/>
              </a:defRPr>
            </a:lvl6pPr>
            <a:lvl7pPr marL="914400" algn="l" rtl="0" eaLnBrk="1" fontAlgn="base" hangingPunct="1">
              <a:spcBef>
                <a:spcPct val="0"/>
              </a:spcBef>
              <a:spcAft>
                <a:spcPct val="0"/>
              </a:spcAft>
              <a:defRPr sz="2000" b="1">
                <a:solidFill>
                  <a:srgbClr val="033B61"/>
                </a:solidFill>
                <a:latin typeface="Arial" charset="0"/>
              </a:defRPr>
            </a:lvl7pPr>
            <a:lvl8pPr marL="1371600" algn="l" rtl="0" eaLnBrk="1" fontAlgn="base" hangingPunct="1">
              <a:spcBef>
                <a:spcPct val="0"/>
              </a:spcBef>
              <a:spcAft>
                <a:spcPct val="0"/>
              </a:spcAft>
              <a:defRPr sz="2000" b="1">
                <a:solidFill>
                  <a:srgbClr val="033B61"/>
                </a:solidFill>
                <a:latin typeface="Arial" charset="0"/>
              </a:defRPr>
            </a:lvl8pPr>
            <a:lvl9pPr marL="1828800" algn="l" rtl="0" eaLnBrk="1" fontAlgn="base" hangingPunct="1">
              <a:spcBef>
                <a:spcPct val="0"/>
              </a:spcBef>
              <a:spcAft>
                <a:spcPct val="0"/>
              </a:spcAft>
              <a:defRPr sz="2000" b="1">
                <a:solidFill>
                  <a:srgbClr val="033B61"/>
                </a:solidFill>
                <a:latin typeface="Arial" charset="0"/>
              </a:defRPr>
            </a:lvl9pPr>
          </a:lstStyle>
          <a:p>
            <a:pPr>
              <a:defRPr/>
            </a:pPr>
            <a:r>
              <a:rPr lang="en-US" altLang="en-US" dirty="0">
                <a:solidFill>
                  <a:srgbClr val="023B61"/>
                </a:solidFill>
              </a:rPr>
              <a:t>Disclaimer - Forward-looking statements</a:t>
            </a:r>
          </a:p>
        </p:txBody>
      </p:sp>
      <p:sp>
        <p:nvSpPr>
          <p:cNvPr id="5" name="Content Placeholder 1">
            <a:extLst>
              <a:ext uri="{FF2B5EF4-FFF2-40B4-BE49-F238E27FC236}">
                <a16:creationId xmlns:a16="http://schemas.microsoft.com/office/drawing/2014/main" id="{542242EA-D98C-D845-A0A6-07B7D7979E94}"/>
              </a:ext>
            </a:extLst>
          </p:cNvPr>
          <p:cNvSpPr txBox="1">
            <a:spLocks noChangeArrowheads="1"/>
          </p:cNvSpPr>
          <p:nvPr userDrawn="1"/>
        </p:nvSpPr>
        <p:spPr bwMode="auto">
          <a:xfrm>
            <a:off x="3722538" y="1171575"/>
            <a:ext cx="7917462" cy="477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684213">
              <a:lnSpc>
                <a:spcPct val="110000"/>
              </a:lnSpc>
              <a:spcBef>
                <a:spcPts val="1200"/>
              </a:spcBef>
              <a:spcAft>
                <a:spcPts val="400"/>
              </a:spcAft>
              <a:buSzPct val="140000"/>
              <a:buChar char="•"/>
              <a:defRPr sz="1600">
                <a:solidFill>
                  <a:srgbClr val="023B61"/>
                </a:solidFill>
                <a:latin typeface="Arial" panose="020B0604020202020204" pitchFamily="34" charset="0"/>
              </a:defRPr>
            </a:lvl1pPr>
            <a:lvl2pPr marL="271463" indent="-134938" defTabSz="684213">
              <a:lnSpc>
                <a:spcPct val="110000"/>
              </a:lnSpc>
              <a:spcBef>
                <a:spcPts val="200"/>
              </a:spcBef>
              <a:spcAft>
                <a:spcPts val="200"/>
              </a:spcAft>
              <a:buClr>
                <a:schemeClr val="accent1"/>
              </a:buClr>
              <a:buFont typeface="Arial" panose="020B0604020202020204" pitchFamily="34" charset="0"/>
              <a:buChar char="●"/>
              <a:defRPr sz="1400">
                <a:solidFill>
                  <a:srgbClr val="023B61"/>
                </a:solidFill>
                <a:latin typeface="Arial" panose="020B0604020202020204" pitchFamily="34" charset="0"/>
              </a:defRPr>
            </a:lvl2pPr>
            <a:lvl3pPr marL="400050" indent="-128588" defTabSz="684213">
              <a:lnSpc>
                <a:spcPct val="110000"/>
              </a:lnSpc>
              <a:spcBef>
                <a:spcPts val="100"/>
              </a:spcBef>
              <a:spcAft>
                <a:spcPts val="200"/>
              </a:spcAft>
              <a:buSzPct val="80000"/>
              <a:buFont typeface="Arial" panose="020B0604020202020204" pitchFamily="34" charset="0"/>
              <a:buChar char="●"/>
              <a:defRPr sz="1400">
                <a:solidFill>
                  <a:srgbClr val="023B61"/>
                </a:solidFill>
                <a:latin typeface="Arial" panose="020B0604020202020204" pitchFamily="34" charset="0"/>
              </a:defRPr>
            </a:lvl3pPr>
            <a:lvl4pPr marL="536575" indent="-134938" defTabSz="684213">
              <a:lnSpc>
                <a:spcPct val="110000"/>
              </a:lnSpc>
              <a:spcBef>
                <a:spcPts val="100"/>
              </a:spcBef>
              <a:spcAft>
                <a:spcPts val="200"/>
              </a:spcAft>
              <a:buFont typeface="Arial" panose="020B0604020202020204" pitchFamily="34" charset="0"/>
              <a:buChar char="•"/>
              <a:defRPr sz="1300">
                <a:solidFill>
                  <a:srgbClr val="023B61"/>
                </a:solidFill>
                <a:latin typeface="Arial" panose="020B0604020202020204" pitchFamily="34" charset="0"/>
              </a:defRPr>
            </a:lvl4pPr>
            <a:lvl5pPr marL="673100" indent="-136525" defTabSz="684213">
              <a:lnSpc>
                <a:spcPct val="110000"/>
              </a:lnSpc>
              <a:spcBef>
                <a:spcPts val="100"/>
              </a:spcBef>
              <a:spcAft>
                <a:spcPts val="200"/>
              </a:spcAft>
              <a:buFont typeface="Arial" panose="020B0604020202020204" pitchFamily="34" charset="0"/>
              <a:buChar char="»"/>
              <a:defRPr sz="1200">
                <a:solidFill>
                  <a:srgbClr val="023B61"/>
                </a:solidFill>
                <a:latin typeface="Arial" panose="020B0604020202020204" pitchFamily="34" charset="0"/>
              </a:defRPr>
            </a:lvl5pPr>
            <a:lvl6pPr marL="1130300" indent="-136525" defTabSz="684213" eaLnBrk="0" fontAlgn="base" hangingPunct="0">
              <a:lnSpc>
                <a:spcPct val="110000"/>
              </a:lnSpc>
              <a:spcBef>
                <a:spcPts val="100"/>
              </a:spcBef>
              <a:spcAft>
                <a:spcPts val="200"/>
              </a:spcAft>
              <a:buFont typeface="Arial" panose="020B0604020202020204" pitchFamily="34" charset="0"/>
              <a:buChar char="»"/>
              <a:defRPr sz="1200">
                <a:solidFill>
                  <a:srgbClr val="023B61"/>
                </a:solidFill>
                <a:latin typeface="Arial" panose="020B0604020202020204" pitchFamily="34" charset="0"/>
              </a:defRPr>
            </a:lvl6pPr>
            <a:lvl7pPr marL="1587500" indent="-136525" defTabSz="684213" eaLnBrk="0" fontAlgn="base" hangingPunct="0">
              <a:lnSpc>
                <a:spcPct val="110000"/>
              </a:lnSpc>
              <a:spcBef>
                <a:spcPts val="100"/>
              </a:spcBef>
              <a:spcAft>
                <a:spcPts val="200"/>
              </a:spcAft>
              <a:buFont typeface="Arial" panose="020B0604020202020204" pitchFamily="34" charset="0"/>
              <a:buChar char="»"/>
              <a:defRPr sz="1200">
                <a:solidFill>
                  <a:srgbClr val="023B61"/>
                </a:solidFill>
                <a:latin typeface="Arial" panose="020B0604020202020204" pitchFamily="34" charset="0"/>
              </a:defRPr>
            </a:lvl7pPr>
            <a:lvl8pPr marL="2044700" indent="-136525" defTabSz="684213" eaLnBrk="0" fontAlgn="base" hangingPunct="0">
              <a:lnSpc>
                <a:spcPct val="110000"/>
              </a:lnSpc>
              <a:spcBef>
                <a:spcPts val="100"/>
              </a:spcBef>
              <a:spcAft>
                <a:spcPts val="200"/>
              </a:spcAft>
              <a:buFont typeface="Arial" panose="020B0604020202020204" pitchFamily="34" charset="0"/>
              <a:buChar char="»"/>
              <a:defRPr sz="1200">
                <a:solidFill>
                  <a:srgbClr val="023B61"/>
                </a:solidFill>
                <a:latin typeface="Arial" panose="020B0604020202020204" pitchFamily="34" charset="0"/>
              </a:defRPr>
            </a:lvl8pPr>
            <a:lvl9pPr marL="2501900" indent="-136525" defTabSz="684213" eaLnBrk="0" fontAlgn="base" hangingPunct="0">
              <a:lnSpc>
                <a:spcPct val="110000"/>
              </a:lnSpc>
              <a:spcBef>
                <a:spcPts val="100"/>
              </a:spcBef>
              <a:spcAft>
                <a:spcPts val="200"/>
              </a:spcAft>
              <a:buFont typeface="Arial" panose="020B0604020202020204" pitchFamily="34" charset="0"/>
              <a:buChar char="»"/>
              <a:defRPr sz="1200">
                <a:solidFill>
                  <a:srgbClr val="023B61"/>
                </a:solidFill>
                <a:latin typeface="Arial" panose="020B0604020202020204" pitchFamily="34" charset="0"/>
              </a:defRPr>
            </a:lvl9pPr>
          </a:lstStyle>
          <a:p>
            <a:pPr marL="0" marR="0" lvl="0" indent="0" algn="l" defTabSz="914400" rtl="0" eaLnBrk="0" fontAlgn="base" latinLnBrk="0" hangingPunct="0">
              <a:lnSpc>
                <a:spcPct val="110000"/>
              </a:lnSpc>
              <a:spcBef>
                <a:spcPts val="1200"/>
              </a:spcBef>
              <a:spcAft>
                <a:spcPts val="400"/>
              </a:spcAft>
              <a:buClrTx/>
              <a:buSzPct val="140000"/>
              <a:buFontTx/>
              <a:buNone/>
              <a:tabLst/>
              <a:defRPr/>
            </a:pPr>
            <a:r>
              <a:rPr kumimoji="0" lang="en-US" sz="900" b="0" i="0" u="none" strike="noStrike" kern="1200" cap="none" spc="0" normalizeH="0" baseline="0" noProof="0" dirty="0">
                <a:ln>
                  <a:noFill/>
                </a:ln>
                <a:solidFill>
                  <a:srgbClr val="023B61"/>
                </a:solidFill>
                <a:effectLst/>
                <a:uLnTx/>
                <a:uFillTx/>
                <a:latin typeface="Arial"/>
                <a:ea typeface="+mn-ea"/>
                <a:cs typeface="+mn-cs"/>
              </a:rPr>
              <a:t>Sasol may, in this document, make certain statements that are not historical facts and relate to analyses and other information which are based on forecasts of future results and estimates of amounts not yet determinable. These statements may also relate to our future prospects, expectations, developments, and business strategies. Examples of such forward-looking statements include, but are not limited to, the capital cost of our projects and the timing of project milestones; our ability to obtain financing to meet the funding requirements of our capital investment </a:t>
            </a:r>
            <a:r>
              <a:rPr kumimoji="0" lang="en-US" sz="900" b="0" i="0" u="none" strike="noStrike" kern="1200" cap="none" spc="0" normalizeH="0" baseline="0" noProof="0" dirty="0" err="1">
                <a:ln>
                  <a:noFill/>
                </a:ln>
                <a:solidFill>
                  <a:srgbClr val="023B61"/>
                </a:solidFill>
                <a:effectLst/>
                <a:uLnTx/>
                <a:uFillTx/>
                <a:latin typeface="Arial"/>
                <a:ea typeface="+mn-ea"/>
                <a:cs typeface="+mn-cs"/>
              </a:rPr>
              <a:t>programme</a:t>
            </a:r>
            <a:r>
              <a:rPr kumimoji="0" lang="en-US" sz="900" b="0" i="0" u="none" strike="noStrike" kern="1200" cap="none" spc="0" normalizeH="0" baseline="0" noProof="0" dirty="0">
                <a:ln>
                  <a:noFill/>
                </a:ln>
                <a:solidFill>
                  <a:srgbClr val="023B61"/>
                </a:solidFill>
                <a:effectLst/>
                <a:uLnTx/>
                <a:uFillTx/>
                <a:latin typeface="Arial"/>
                <a:ea typeface="+mn-ea"/>
                <a:cs typeface="+mn-cs"/>
              </a:rPr>
              <a:t>, as Ill as to fund our ongoing business activities and to pay dividends; statements regarding our future results of operations and financial condition, and regarding future economic performance including cost containment, cash conservation </a:t>
            </a:r>
            <a:r>
              <a:rPr kumimoji="0" lang="en-US" sz="900" b="0" i="0" u="none" strike="noStrike" kern="1200" cap="none" spc="0" normalizeH="0" baseline="0" noProof="0" dirty="0" err="1">
                <a:ln>
                  <a:noFill/>
                </a:ln>
                <a:solidFill>
                  <a:srgbClr val="023B61"/>
                </a:solidFill>
                <a:effectLst/>
                <a:uLnTx/>
                <a:uFillTx/>
                <a:latin typeface="Arial"/>
                <a:ea typeface="+mn-ea"/>
                <a:cs typeface="+mn-cs"/>
              </a:rPr>
              <a:t>programmes</a:t>
            </a:r>
            <a:r>
              <a:rPr kumimoji="0" lang="en-US" sz="900" b="0" i="0" u="none" strike="noStrike" kern="1200" cap="none" spc="0" normalizeH="0" baseline="0" noProof="0" dirty="0">
                <a:ln>
                  <a:noFill/>
                </a:ln>
                <a:solidFill>
                  <a:srgbClr val="023B61"/>
                </a:solidFill>
                <a:effectLst/>
                <a:uLnTx/>
                <a:uFillTx/>
                <a:latin typeface="Arial"/>
                <a:ea typeface="+mn-ea"/>
                <a:cs typeface="+mn-cs"/>
              </a:rPr>
              <a:t> and business </a:t>
            </a:r>
            <a:r>
              <a:rPr kumimoji="0" lang="en-US" sz="900" b="0" i="0" u="none" strike="noStrike" kern="1200" cap="none" spc="0" normalizeH="0" baseline="0" noProof="0" dirty="0" err="1">
                <a:ln>
                  <a:noFill/>
                </a:ln>
                <a:solidFill>
                  <a:srgbClr val="023B61"/>
                </a:solidFill>
                <a:effectLst/>
                <a:uLnTx/>
                <a:uFillTx/>
                <a:latin typeface="Arial"/>
                <a:ea typeface="+mn-ea"/>
                <a:cs typeface="+mn-cs"/>
              </a:rPr>
              <a:t>optimisation</a:t>
            </a:r>
            <a:r>
              <a:rPr kumimoji="0" lang="en-US" sz="900" b="0" i="0" u="none" strike="noStrike" kern="1200" cap="none" spc="0" normalizeH="0" baseline="0" noProof="0" dirty="0">
                <a:ln>
                  <a:noFill/>
                </a:ln>
                <a:solidFill>
                  <a:srgbClr val="023B61"/>
                </a:solidFill>
                <a:effectLst/>
                <a:uLnTx/>
                <a:uFillTx/>
                <a:latin typeface="Arial"/>
                <a:ea typeface="+mn-ea"/>
                <a:cs typeface="+mn-cs"/>
              </a:rPr>
              <a:t> initiatives; recent and proposed accounting pronouncements and their impact on our future results of operations and financial condition; our business strategy, performance outlook, plans, objectives or goals; statements regarding future competition, volume growth and changes in market share in the industries and markets for our products; our existing or anticipated investments, acquisitions of new businesses or the disposal of existing businesses, including estimates or projection of internal rates of return and future profitability; our estimated oil, gas and coal reserves; the probable future outcome of litigation, legislative, regulatory and fiscal developments, including statements regarding our ability to comply with future laws and regulations; future fluctuations in refining margins and crude oil, natural gas and petroleum and chemical product prices; the demand, pricing and cyclicality of oil, gas and petrochemical product prices; changes in the fuel and gas pricing mechanisms in South Africa and their effects on prices, our operating results and profitability; statements regarding future fluctuations in exchange and interest rates and changes in credit ratings; total shareholder return; our current or future products and anticipated customer demand for these products; assumptions relating to macroeconomics; climate change impacts and our climate change strategies, our development of sustainability within our businesses, our energy efficiency improvement, carbon and greenhouse gas emission reduction targets, our net zero carbon emissions ambition and future low-carbon initiatives, including relating to green hydrogen and sustainable aviation fuel;  our estimated carbon tax liability; cyber security; and statements of assumptions underlying such statements. Words such as “believe”, “anticipate”, “expect”, “intend", “seek”, “will”, “plan”, “could”, “may”, “</a:t>
            </a:r>
            <a:r>
              <a:rPr kumimoji="0" lang="en-US" sz="900" b="0" i="0" u="none" strike="noStrike" kern="1200" cap="none" spc="0" normalizeH="0" baseline="0" noProof="0" dirty="0" err="1">
                <a:ln>
                  <a:noFill/>
                </a:ln>
                <a:solidFill>
                  <a:srgbClr val="023B61"/>
                </a:solidFill>
                <a:effectLst/>
                <a:uLnTx/>
                <a:uFillTx/>
                <a:latin typeface="Arial"/>
                <a:ea typeface="+mn-ea"/>
                <a:cs typeface="+mn-cs"/>
              </a:rPr>
              <a:t>endeavour</a:t>
            </a:r>
            <a:r>
              <a:rPr kumimoji="0" lang="en-US" sz="900" b="0" i="0" u="none" strike="noStrike" kern="1200" cap="none" spc="0" normalizeH="0" baseline="0" noProof="0" dirty="0">
                <a:ln>
                  <a:noFill/>
                </a:ln>
                <a:solidFill>
                  <a:srgbClr val="023B61"/>
                </a:solidFill>
                <a:effectLst/>
                <a:uLnTx/>
                <a:uFillTx/>
                <a:latin typeface="Arial"/>
                <a:ea typeface="+mn-ea"/>
                <a:cs typeface="+mn-cs"/>
              </a:rPr>
              <a:t>”, “target”, “forecast” and “project” and similar expressions are intended to identify forward-looking statements but are not the exclusive means of identifying such statements. By their very nature, forward-looking statements involve inherent risks and uncertainties, both general and specific, and there are risks that the predictions, forecasts, projections, and other forward-looking statements will not be achieved. If one or more of these risks </a:t>
            </a:r>
            <a:r>
              <a:rPr kumimoji="0" lang="en-US" sz="900" b="0" i="0" u="none" strike="noStrike" kern="1200" cap="none" spc="0" normalizeH="0" baseline="0" noProof="0" dirty="0" err="1">
                <a:ln>
                  <a:noFill/>
                </a:ln>
                <a:solidFill>
                  <a:srgbClr val="023B61"/>
                </a:solidFill>
                <a:effectLst/>
                <a:uLnTx/>
                <a:uFillTx/>
                <a:latin typeface="Arial"/>
                <a:ea typeface="+mn-ea"/>
                <a:cs typeface="+mn-cs"/>
              </a:rPr>
              <a:t>materialise</a:t>
            </a:r>
            <a:r>
              <a:rPr kumimoji="0" lang="en-US" sz="900" b="0" i="0" u="none" strike="noStrike" kern="1200" cap="none" spc="0" normalizeH="0" baseline="0" noProof="0" dirty="0">
                <a:ln>
                  <a:noFill/>
                </a:ln>
                <a:solidFill>
                  <a:srgbClr val="023B61"/>
                </a:solidFill>
                <a:effectLst/>
                <a:uLnTx/>
                <a:uFillTx/>
                <a:latin typeface="Arial"/>
                <a:ea typeface="+mn-ea"/>
                <a:cs typeface="+mn-cs"/>
              </a:rPr>
              <a:t>, or should underlying assumptions prove incorrect, our actual results may differ materially from those anticipated. You should understand that a number of important factors could cause actual results to differ materially from the plans, objectives, expectations, estimates and intentions expressed in such forward-looking statements. These factors and others are discussed more fully in our most recent annual report on Form 20-F filed on 1 September 2023 and in other filings with the United States Securities and Exchange Commission. The list of factors discussed therein is not exhaustive; when relying on forward-looking statements to make investment decisions, you should carefully consider foregoing factors and other uncertainties and events, and you should not place undue reliance on forward-looking statements. Forward-looking statements apply only as of the date on which they are made, and I do not undertake any obligation to update or revise any of them, whether as a result of new information, future events or otherwise.</a:t>
            </a:r>
            <a:br>
              <a:rPr kumimoji="0" lang="en-US" sz="900" b="0" i="0" u="none" strike="noStrike" kern="1200" cap="none" spc="0" normalizeH="0" baseline="0" noProof="0" dirty="0">
                <a:ln>
                  <a:noFill/>
                </a:ln>
                <a:solidFill>
                  <a:srgbClr val="023B61"/>
                </a:solidFill>
                <a:effectLst/>
                <a:uLnTx/>
                <a:uFillTx/>
                <a:latin typeface="Arial"/>
                <a:ea typeface="+mn-ea"/>
                <a:cs typeface="+mn-cs"/>
              </a:rPr>
            </a:br>
            <a:br>
              <a:rPr kumimoji="0" lang="en-US" sz="900" b="0" i="0" u="none" strike="noStrike" kern="1200" cap="none" spc="0" normalizeH="0" baseline="0" noProof="0" dirty="0">
                <a:ln>
                  <a:noFill/>
                </a:ln>
                <a:solidFill>
                  <a:srgbClr val="023B61"/>
                </a:solidFill>
                <a:effectLst/>
                <a:uLnTx/>
                <a:uFillTx/>
                <a:latin typeface="Arial"/>
                <a:ea typeface="+mn-ea"/>
                <a:cs typeface="+mn-cs"/>
              </a:rPr>
            </a:br>
            <a:r>
              <a:rPr kumimoji="0" lang="en-ZA" sz="900" b="1" i="0" u="none" strike="noStrike" kern="1200" cap="none" spc="0" normalizeH="0" baseline="0" noProof="0" dirty="0">
                <a:ln>
                  <a:noFill/>
                </a:ln>
                <a:solidFill>
                  <a:srgbClr val="023B61"/>
                </a:solidFill>
                <a:effectLst/>
                <a:uLnTx/>
                <a:uFillTx/>
                <a:latin typeface="Arial"/>
                <a:ea typeface="+mn-ea"/>
                <a:cs typeface="+mn-cs"/>
              </a:rPr>
              <a:t>Comprehensive additional information is available on our </a:t>
            </a:r>
            <a:r>
              <a:rPr kumimoji="0" lang="en-ZA" sz="900" b="1" i="0" u="none" strike="noStrike" kern="1200" cap="none" spc="0" normalizeH="0" baseline="0" noProof="0" dirty="0" err="1">
                <a:ln>
                  <a:noFill/>
                </a:ln>
                <a:solidFill>
                  <a:srgbClr val="023B61"/>
                </a:solidFill>
                <a:effectLst/>
                <a:uLnTx/>
                <a:uFillTx/>
                <a:latin typeface="Arial"/>
                <a:ea typeface="+mn-ea"/>
                <a:cs typeface="+mn-cs"/>
              </a:rPr>
              <a:t>Ibsite</a:t>
            </a:r>
            <a:r>
              <a:rPr kumimoji="0" lang="en-ZA" sz="900" b="1" i="0" u="none" strike="noStrike" kern="1200" cap="none" spc="0" normalizeH="0" baseline="0" noProof="0" dirty="0">
                <a:ln>
                  <a:noFill/>
                </a:ln>
                <a:solidFill>
                  <a:srgbClr val="023B61"/>
                </a:solidFill>
                <a:effectLst/>
                <a:uLnTx/>
                <a:uFillTx/>
                <a:latin typeface="Arial"/>
                <a:ea typeface="+mn-ea"/>
                <a:cs typeface="+mn-cs"/>
              </a:rPr>
              <a:t>: www.sasol.com</a:t>
            </a:r>
          </a:p>
        </p:txBody>
      </p:sp>
      <p:pic>
        <p:nvPicPr>
          <p:cNvPr id="7" name="Picture Placeholder 3">
            <a:extLst>
              <a:ext uri="{FF2B5EF4-FFF2-40B4-BE49-F238E27FC236}">
                <a16:creationId xmlns:a16="http://schemas.microsoft.com/office/drawing/2014/main" id="{84369B4B-6227-B649-BABC-A4023A7743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49100" y="1171575"/>
            <a:ext cx="3197225" cy="3771899"/>
          </a:xfrm>
          <a:prstGeom prst="rect">
            <a:avLst/>
          </a:prstGeom>
        </p:spPr>
      </p:pic>
      <p:sp>
        <p:nvSpPr>
          <p:cNvPr id="3" name="Rectangle 2">
            <a:extLst>
              <a:ext uri="{FF2B5EF4-FFF2-40B4-BE49-F238E27FC236}">
                <a16:creationId xmlns:a16="http://schemas.microsoft.com/office/drawing/2014/main" id="{CB4C92BD-E8FF-F3EE-70AF-AB6E7A265EA3}"/>
              </a:ext>
            </a:extLst>
          </p:cNvPr>
          <p:cNvSpPr/>
          <p:nvPr userDrawn="1"/>
        </p:nvSpPr>
        <p:spPr bwMode="gray">
          <a:xfrm>
            <a:off x="349100" y="5004033"/>
            <a:ext cx="3197225" cy="1088791"/>
          </a:xfrm>
          <a:prstGeom prst="rect">
            <a:avLst/>
          </a:prstGeom>
          <a:solidFill>
            <a:srgbClr val="033B61"/>
          </a:solidFill>
          <a:ln w="952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1"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6A262037-CB1F-14F9-CA0D-F1FF66A2F1A4}"/>
              </a:ext>
            </a:extLst>
          </p:cNvPr>
          <p:cNvSpPr>
            <a:spLocks noChangeArrowheads="1"/>
          </p:cNvSpPr>
          <p:nvPr userDrawn="1"/>
        </p:nvSpPr>
        <p:spPr bwMode="auto">
          <a:xfrm>
            <a:off x="485775" y="5229225"/>
            <a:ext cx="2879725"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ZA" altLang="en-US" sz="1100" dirty="0">
                <a:solidFill>
                  <a:schemeClr val="bg1"/>
                </a:solidFill>
              </a:rPr>
              <a:t>These statements may also relate to our future prospects, expectations, developments and business strategies</a:t>
            </a:r>
            <a:endParaRPr lang="en-US" altLang="en-US" sz="1100" dirty="0">
              <a:solidFill>
                <a:schemeClr val="bg1"/>
              </a:solidFill>
            </a:endParaRPr>
          </a:p>
        </p:txBody>
      </p:sp>
      <p:pic>
        <p:nvPicPr>
          <p:cNvPr id="12" name="Picture 11">
            <a:extLst>
              <a:ext uri="{FF2B5EF4-FFF2-40B4-BE49-F238E27FC236}">
                <a16:creationId xmlns:a16="http://schemas.microsoft.com/office/drawing/2014/main" id="{F8E750DC-CE2A-79EF-67FF-82BE040E483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126884" y="2565000"/>
            <a:ext cx="1419441" cy="2378474"/>
          </a:xfrm>
          <a:prstGeom prst="rect">
            <a:avLst/>
          </a:prstGeom>
        </p:spPr>
      </p:pic>
    </p:spTree>
    <p:extLst>
      <p:ext uri="{BB962C8B-B14F-4D97-AF65-F5344CB8AC3E}">
        <p14:creationId xmlns:p14="http://schemas.microsoft.com/office/powerpoint/2010/main" val="36184338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subtitle &amp; content">
    <p:spTree>
      <p:nvGrpSpPr>
        <p:cNvPr id="1" name=""/>
        <p:cNvGrpSpPr/>
        <p:nvPr/>
      </p:nvGrpSpPr>
      <p:grpSpPr>
        <a:xfrm>
          <a:off x="0" y="0"/>
          <a:ext cx="0" cy="0"/>
          <a:chOff x="0" y="0"/>
          <a:chExt cx="0" cy="0"/>
        </a:xfrm>
      </p:grpSpPr>
      <p:sp>
        <p:nvSpPr>
          <p:cNvPr id="5" name="Content Placeholder 4"/>
          <p:cNvSpPr>
            <a:spLocks noGrp="1"/>
          </p:cNvSpPr>
          <p:nvPr>
            <p:ph sz="quarter" idx="14"/>
          </p:nvPr>
        </p:nvSpPr>
        <p:spPr>
          <a:xfrm>
            <a:off x="334435" y="1484784"/>
            <a:ext cx="11523132" cy="4896966"/>
          </a:xfrm>
          <a:prstGeom prst="rect">
            <a:avLst/>
          </a:prstGeom>
        </p:spPr>
        <p:txBody>
          <a:bodyPr/>
          <a:lstStyle>
            <a:lvl1pPr marL="285750" indent="-285750">
              <a:buFont typeface="Arial" panose="020B0604020202020204" pitchFamily="34" charset="0"/>
              <a:buChar char="•"/>
              <a:defRPr sz="1600">
                <a:solidFill>
                  <a:srgbClr val="023B61"/>
                </a:solidFill>
                <a:latin typeface="Arial" panose="020B0604020202020204" pitchFamily="34" charset="0"/>
                <a:cs typeface="Arial" panose="020B0604020202020204" pitchFamily="34" charset="0"/>
              </a:defRPr>
            </a:lvl1pPr>
            <a:lvl2pPr>
              <a:defRPr sz="1400">
                <a:solidFill>
                  <a:srgbClr val="023B61"/>
                </a:solidFill>
                <a:latin typeface="Arial" panose="020B0604020202020204" pitchFamily="34" charset="0"/>
                <a:cs typeface="Arial" panose="020B0604020202020204" pitchFamily="34" charset="0"/>
              </a:defRPr>
            </a:lvl2pPr>
            <a:lvl3pPr>
              <a:defRPr sz="1200">
                <a:solidFill>
                  <a:srgbClr val="023B61"/>
                </a:solidFill>
                <a:latin typeface="Arial" panose="020B0604020202020204" pitchFamily="34" charset="0"/>
                <a:cs typeface="Arial" panose="020B0604020202020204" pitchFamily="34" charset="0"/>
              </a:defRPr>
            </a:lvl3pPr>
            <a:lvl4pPr>
              <a:defRPr sz="1100">
                <a:solidFill>
                  <a:srgbClr val="023B61"/>
                </a:solidFill>
                <a:latin typeface="Arial" panose="020B0604020202020204" pitchFamily="34" charset="0"/>
                <a:cs typeface="Arial" panose="020B0604020202020204" pitchFamily="34" charset="0"/>
              </a:defRPr>
            </a:lvl4pPr>
            <a:lvl5pPr>
              <a:defRPr sz="1000">
                <a:solidFill>
                  <a:schemeClr val="accent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7"/>
          <p:cNvSpPr>
            <a:spLocks noGrp="1"/>
          </p:cNvSpPr>
          <p:nvPr>
            <p:ph type="body" sz="quarter" idx="15"/>
          </p:nvPr>
        </p:nvSpPr>
        <p:spPr>
          <a:xfrm>
            <a:off x="348611" y="1049033"/>
            <a:ext cx="11508956" cy="346135"/>
          </a:xfrm>
          <a:prstGeom prst="rect">
            <a:avLst/>
          </a:prstGeom>
        </p:spPr>
        <p:txBody>
          <a:bodyPr/>
          <a:lstStyle>
            <a:lvl1pPr marL="0" indent="0">
              <a:buSzPct val="150000"/>
              <a:buFont typeface="Arial" panose="020B0604020202020204" pitchFamily="34" charset="0"/>
              <a:buNone/>
              <a:defRPr lang="en-US" sz="1800" b="1" kern="1200" dirty="0" smtClean="0">
                <a:solidFill>
                  <a:srgbClr val="007DB6"/>
                </a:solidFill>
                <a:latin typeface="Arial" panose="020B0604020202020204" pitchFamily="34" charset="0"/>
                <a:ea typeface="+mn-ea"/>
                <a:cs typeface="Arial" panose="020B0604020202020204" pitchFamily="34" charset="0"/>
              </a:defRPr>
            </a:lvl1pPr>
          </a:lstStyle>
          <a:p>
            <a:pPr lvl="0"/>
            <a:r>
              <a:rPr lang="en-US" dirty="0"/>
              <a:t>Click to edit Master text styles</a:t>
            </a:r>
          </a:p>
        </p:txBody>
      </p:sp>
      <p:sp>
        <p:nvSpPr>
          <p:cNvPr id="6" name="Title 5"/>
          <p:cNvSpPr>
            <a:spLocks noGrp="1"/>
          </p:cNvSpPr>
          <p:nvPr>
            <p:ph type="title"/>
          </p:nvPr>
        </p:nvSpPr>
        <p:spPr/>
        <p:txBody>
          <a:bodyPr/>
          <a:lstStyle>
            <a:lvl1pPr>
              <a:defRPr>
                <a:solidFill>
                  <a:srgbClr val="023B61"/>
                </a:solidFill>
              </a:defRPr>
            </a:lvl1pPr>
          </a:lstStyle>
          <a:p>
            <a:r>
              <a:rPr lang="en-US"/>
              <a:t>Click to edit Master title style</a:t>
            </a:r>
            <a:endParaRPr lang="en-ZA" dirty="0"/>
          </a:p>
        </p:txBody>
      </p:sp>
      <p:sp>
        <p:nvSpPr>
          <p:cNvPr id="7" name="Footer Placeholder 4"/>
          <p:cNvSpPr>
            <a:spLocks noGrp="1"/>
          </p:cNvSpPr>
          <p:nvPr>
            <p:ph type="ftr" sz="quarter" idx="16"/>
          </p:nvPr>
        </p:nvSpPr>
        <p:spPr/>
        <p:txBody>
          <a:bodyPr/>
          <a:lstStyle>
            <a:lvl1pPr>
              <a:defRPr>
                <a:solidFill>
                  <a:srgbClr val="023B61"/>
                </a:solidFill>
              </a:defRPr>
            </a:lvl1pPr>
          </a:lstStyle>
          <a:p>
            <a:pPr>
              <a:defRPr/>
            </a:pPr>
            <a:endParaRPr lang="en-ZA"/>
          </a:p>
        </p:txBody>
      </p:sp>
    </p:spTree>
    <p:extLst>
      <p:ext uri="{BB962C8B-B14F-4D97-AF65-F5344CB8AC3E}">
        <p14:creationId xmlns:p14="http://schemas.microsoft.com/office/powerpoint/2010/main" val="37164172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subtitle &amp;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0F45F68-E796-CD44-B580-6E15E9724371}"/>
              </a:ext>
            </a:extLst>
          </p:cNvPr>
          <p:cNvSpPr/>
          <p:nvPr userDrawn="1"/>
        </p:nvSpPr>
        <p:spPr>
          <a:xfrm>
            <a:off x="0" y="9000"/>
            <a:ext cx="12192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p>
        </p:txBody>
      </p:sp>
      <p:pic>
        <p:nvPicPr>
          <p:cNvPr id="10" name="Picture 9" descr="Chart, logo, bubble chart&#10;&#10;Description automatically generated">
            <a:extLst>
              <a:ext uri="{FF2B5EF4-FFF2-40B4-BE49-F238E27FC236}">
                <a16:creationId xmlns:a16="http://schemas.microsoft.com/office/drawing/2014/main" id="{BDCD1F6C-6FFC-A44D-89D4-84F97879A6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14535" y="1504735"/>
            <a:ext cx="3962931" cy="3848530"/>
          </a:xfrm>
          <a:prstGeom prst="rect">
            <a:avLst/>
          </a:prstGeom>
        </p:spPr>
      </p:pic>
    </p:spTree>
    <p:extLst>
      <p:ext uri="{BB962C8B-B14F-4D97-AF65-F5344CB8AC3E}">
        <p14:creationId xmlns:p14="http://schemas.microsoft.com/office/powerpoint/2010/main" val="7024100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subtitle &amp; content">
    <p:spTree>
      <p:nvGrpSpPr>
        <p:cNvPr id="1" name=""/>
        <p:cNvGrpSpPr/>
        <p:nvPr/>
      </p:nvGrpSpPr>
      <p:grpSpPr>
        <a:xfrm>
          <a:off x="0" y="0"/>
          <a:ext cx="0" cy="0"/>
          <a:chOff x="0" y="0"/>
          <a:chExt cx="0" cy="0"/>
        </a:xfrm>
      </p:grpSpPr>
      <p:sp>
        <p:nvSpPr>
          <p:cNvPr id="7" name="Footer Placeholder 4"/>
          <p:cNvSpPr>
            <a:spLocks noGrp="1"/>
          </p:cNvSpPr>
          <p:nvPr>
            <p:ph type="ftr" sz="quarter" idx="16"/>
          </p:nvPr>
        </p:nvSpPr>
        <p:spPr/>
        <p:txBody>
          <a:bodyPr/>
          <a:lstStyle>
            <a:lvl1pPr>
              <a:defRPr>
                <a:solidFill>
                  <a:srgbClr val="023B61"/>
                </a:solidFill>
              </a:defRPr>
            </a:lvl1pPr>
          </a:lstStyle>
          <a:p>
            <a:pPr>
              <a:defRPr/>
            </a:pPr>
            <a:endParaRPr lang="en-ZA"/>
          </a:p>
        </p:txBody>
      </p:sp>
      <p:sp>
        <p:nvSpPr>
          <p:cNvPr id="9" name="Text Placeholder 7">
            <a:extLst>
              <a:ext uri="{FF2B5EF4-FFF2-40B4-BE49-F238E27FC236}">
                <a16:creationId xmlns:a16="http://schemas.microsoft.com/office/drawing/2014/main" id="{5E7B896F-8D0E-F74C-9052-46B5D5254A4E}"/>
              </a:ext>
            </a:extLst>
          </p:cNvPr>
          <p:cNvSpPr>
            <a:spLocks noGrp="1"/>
          </p:cNvSpPr>
          <p:nvPr>
            <p:ph type="body" sz="quarter" idx="15"/>
          </p:nvPr>
        </p:nvSpPr>
        <p:spPr>
          <a:xfrm>
            <a:off x="348611" y="1049035"/>
            <a:ext cx="11508956" cy="346135"/>
          </a:xfrm>
          <a:prstGeom prst="rect">
            <a:avLst/>
          </a:prstGeom>
        </p:spPr>
        <p:txBody>
          <a:bodyPr/>
          <a:lstStyle>
            <a:lvl1pPr marL="0" indent="0">
              <a:buSzPct val="150000"/>
              <a:buFont typeface="Arial" panose="020B0604020202020204" pitchFamily="34" charset="0"/>
              <a:buNone/>
              <a:defRPr lang="en-US" sz="1600" b="1" kern="1200" dirty="0" smtClean="0">
                <a:solidFill>
                  <a:srgbClr val="007DB6"/>
                </a:solidFill>
                <a:latin typeface="Arial" panose="020B0604020202020204" pitchFamily="34" charset="0"/>
                <a:ea typeface="+mn-ea"/>
                <a:cs typeface="Arial" panose="020B0604020202020204" pitchFamily="34" charset="0"/>
              </a:defRPr>
            </a:lvl1pPr>
          </a:lstStyle>
          <a:p>
            <a:pPr lvl="0"/>
            <a:r>
              <a:rPr lang="en-US" dirty="0"/>
              <a:t>Click to edit Master text styles</a:t>
            </a:r>
          </a:p>
        </p:txBody>
      </p:sp>
      <p:sp>
        <p:nvSpPr>
          <p:cNvPr id="10" name="Title 5">
            <a:extLst>
              <a:ext uri="{FF2B5EF4-FFF2-40B4-BE49-F238E27FC236}">
                <a16:creationId xmlns:a16="http://schemas.microsoft.com/office/drawing/2014/main" id="{CC239AC4-5953-4743-8AB0-95F7F2180D58}"/>
              </a:ext>
            </a:extLst>
          </p:cNvPr>
          <p:cNvSpPr>
            <a:spLocks noGrp="1"/>
          </p:cNvSpPr>
          <p:nvPr>
            <p:ph type="title"/>
          </p:nvPr>
        </p:nvSpPr>
        <p:spPr>
          <a:xfrm>
            <a:off x="334963" y="325050"/>
            <a:ext cx="9313037" cy="719137"/>
          </a:xfrm>
        </p:spPr>
        <p:txBody>
          <a:bodyPr/>
          <a:lstStyle>
            <a:lvl1pPr>
              <a:defRPr>
                <a:solidFill>
                  <a:srgbClr val="023B61"/>
                </a:solidFill>
              </a:defRPr>
            </a:lvl1pPr>
          </a:lstStyle>
          <a:p>
            <a:r>
              <a:rPr lang="en-US" dirty="0"/>
              <a:t>Click to edit Master title style</a:t>
            </a:r>
            <a:endParaRPr lang="en-ZA" dirty="0"/>
          </a:p>
        </p:txBody>
      </p:sp>
      <p:sp>
        <p:nvSpPr>
          <p:cNvPr id="11" name="Content Placeholder 2">
            <a:extLst>
              <a:ext uri="{FF2B5EF4-FFF2-40B4-BE49-F238E27FC236}">
                <a16:creationId xmlns:a16="http://schemas.microsoft.com/office/drawing/2014/main" id="{B5DA139E-9125-B542-96FB-BE4624C2A1DE}"/>
              </a:ext>
            </a:extLst>
          </p:cNvPr>
          <p:cNvSpPr>
            <a:spLocks noGrp="1"/>
          </p:cNvSpPr>
          <p:nvPr>
            <p:ph idx="1"/>
          </p:nvPr>
        </p:nvSpPr>
        <p:spPr>
          <a:xfrm>
            <a:off x="348611" y="1486370"/>
            <a:ext cx="11508956" cy="4500000"/>
          </a:xfrm>
        </p:spPr>
        <p:txBody>
          <a:bodyPr/>
          <a:lstStyle>
            <a:lvl1pPr>
              <a:defRPr>
                <a:solidFill>
                  <a:srgbClr val="023B61"/>
                </a:solidFill>
              </a:defRPr>
            </a:lvl1pPr>
            <a:lvl2pPr>
              <a:defRPr>
                <a:solidFill>
                  <a:srgbClr val="023B61"/>
                </a:solidFill>
              </a:defRPr>
            </a:lvl2pPr>
            <a:lvl3pPr>
              <a:defRPr>
                <a:solidFill>
                  <a:srgbClr val="023B61"/>
                </a:solidFill>
              </a:defRPr>
            </a:lvl3pPr>
            <a:lvl4pPr>
              <a:defRPr>
                <a:solidFill>
                  <a:srgbClr val="023B61"/>
                </a:solidFill>
              </a:defRPr>
            </a:lvl4pPr>
            <a:lvl5pPr>
              <a:defRPr>
                <a:solidFill>
                  <a:srgbClr val="023B6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Tree>
    <p:extLst>
      <p:ext uri="{BB962C8B-B14F-4D97-AF65-F5344CB8AC3E}">
        <p14:creationId xmlns:p14="http://schemas.microsoft.com/office/powerpoint/2010/main" val="12939787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1_Title slide option 2">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1D05AB2-BC4F-014F-89AA-54A6ECFDB3BD}"/>
              </a:ext>
            </a:extLst>
          </p:cNvPr>
          <p:cNvSpPr/>
          <p:nvPr userDrawn="1"/>
        </p:nvSpPr>
        <p:spPr>
          <a:xfrm>
            <a:off x="0" y="1812561"/>
            <a:ext cx="12192000" cy="4667614"/>
          </a:xfrm>
          <a:prstGeom prst="rect">
            <a:avLst/>
          </a:prstGeom>
          <a:solidFill>
            <a:srgbClr val="839AB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solidFill>
                <a:prstClr val="white"/>
              </a:solidFill>
            </a:endParaRPr>
          </a:p>
        </p:txBody>
      </p:sp>
      <p:pic>
        <p:nvPicPr>
          <p:cNvPr id="14" name="Picture 13">
            <a:extLst>
              <a:ext uri="{FF2B5EF4-FFF2-40B4-BE49-F238E27FC236}">
                <a16:creationId xmlns:a16="http://schemas.microsoft.com/office/drawing/2014/main" id="{479D3BAA-B020-B847-A80E-FCA91D9499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736917" y="260649"/>
            <a:ext cx="3221617" cy="1457398"/>
          </a:xfrm>
          <a:prstGeom prst="rect">
            <a:avLst/>
          </a:prstGeom>
        </p:spPr>
      </p:pic>
      <p:sp>
        <p:nvSpPr>
          <p:cNvPr id="26" name="Picture Placeholder 2">
            <a:extLst>
              <a:ext uri="{FF2B5EF4-FFF2-40B4-BE49-F238E27FC236}">
                <a16:creationId xmlns:a16="http://schemas.microsoft.com/office/drawing/2014/main" id="{75BB46FB-1EE5-FA48-8B17-EF100CCDA5B2}"/>
              </a:ext>
            </a:extLst>
          </p:cNvPr>
          <p:cNvSpPr>
            <a:spLocks noGrp="1"/>
          </p:cNvSpPr>
          <p:nvPr>
            <p:ph type="pic" sz="quarter" idx="10"/>
          </p:nvPr>
        </p:nvSpPr>
        <p:spPr>
          <a:xfrm>
            <a:off x="-22936" y="1812561"/>
            <a:ext cx="6118936" cy="4640775"/>
          </a:xfrm>
        </p:spPr>
        <p:txBody>
          <a:bodyPr/>
          <a:lstStyle>
            <a:lvl1pPr>
              <a:defRPr sz="1100"/>
            </a:lvl1pPr>
          </a:lstStyle>
          <a:p>
            <a:endParaRPr lang="en-US"/>
          </a:p>
        </p:txBody>
      </p:sp>
      <p:sp>
        <p:nvSpPr>
          <p:cNvPr id="30" name="Title 1">
            <a:extLst>
              <a:ext uri="{FF2B5EF4-FFF2-40B4-BE49-F238E27FC236}">
                <a16:creationId xmlns:a16="http://schemas.microsoft.com/office/drawing/2014/main" id="{0A591E79-A8B2-C342-8373-56C03B2F5382}"/>
              </a:ext>
            </a:extLst>
          </p:cNvPr>
          <p:cNvSpPr>
            <a:spLocks noGrp="1"/>
          </p:cNvSpPr>
          <p:nvPr>
            <p:ph type="ctrTitle" hasCustomPrompt="1"/>
          </p:nvPr>
        </p:nvSpPr>
        <p:spPr>
          <a:xfrm>
            <a:off x="6612698" y="2793412"/>
            <a:ext cx="5034015" cy="1457398"/>
          </a:xfrm>
        </p:spPr>
        <p:txBody>
          <a:bodyPr anchor="b"/>
          <a:lstStyle>
            <a:lvl1pPr algn="l">
              <a:lnSpc>
                <a:spcPct val="100000"/>
              </a:lnSpc>
              <a:defRPr sz="2200">
                <a:solidFill>
                  <a:schemeClr val="bg1"/>
                </a:solidFill>
              </a:defRPr>
            </a:lvl1pPr>
          </a:lstStyle>
          <a:p>
            <a:r>
              <a:rPr lang="en-US" dirty="0"/>
              <a:t>CLICK TO EDIT MASTER TITLE STYLE</a:t>
            </a:r>
            <a:endParaRPr lang="en-ZA" dirty="0"/>
          </a:p>
        </p:txBody>
      </p:sp>
      <p:sp>
        <p:nvSpPr>
          <p:cNvPr id="31" name="Subtitle 2">
            <a:extLst>
              <a:ext uri="{FF2B5EF4-FFF2-40B4-BE49-F238E27FC236}">
                <a16:creationId xmlns:a16="http://schemas.microsoft.com/office/drawing/2014/main" id="{73B99938-01AA-C243-B8A6-0434305054FC}"/>
              </a:ext>
            </a:extLst>
          </p:cNvPr>
          <p:cNvSpPr>
            <a:spLocks noGrp="1"/>
          </p:cNvSpPr>
          <p:nvPr>
            <p:ph type="subTitle" idx="1"/>
          </p:nvPr>
        </p:nvSpPr>
        <p:spPr>
          <a:xfrm>
            <a:off x="6612698" y="4343115"/>
            <a:ext cx="5034015" cy="1034081"/>
          </a:xfrm>
          <a:prstGeom prst="rect">
            <a:avLst/>
          </a:prstGeom>
        </p:spPr>
        <p:txBody>
          <a:bodyPr tIns="36000">
            <a:noAutofit/>
          </a:bodyPr>
          <a:lstStyle>
            <a:lvl1pPr marL="0" indent="0" algn="l">
              <a:lnSpc>
                <a:spcPct val="100000"/>
              </a:lnSpc>
              <a:buNone/>
              <a:defRPr sz="1600" b="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ZA" dirty="0"/>
          </a:p>
        </p:txBody>
      </p:sp>
      <p:sp>
        <p:nvSpPr>
          <p:cNvPr id="10" name="Rectangle 9">
            <a:extLst>
              <a:ext uri="{FF2B5EF4-FFF2-40B4-BE49-F238E27FC236}">
                <a16:creationId xmlns:a16="http://schemas.microsoft.com/office/drawing/2014/main" id="{7056C38D-5F05-A846-BC43-64147F04AF2D}"/>
              </a:ext>
            </a:extLst>
          </p:cNvPr>
          <p:cNvSpPr/>
          <p:nvPr userDrawn="1"/>
        </p:nvSpPr>
        <p:spPr>
          <a:xfrm>
            <a:off x="0" y="6480175"/>
            <a:ext cx="12192000" cy="377825"/>
          </a:xfrm>
          <a:prstGeom prst="rect">
            <a:avLst/>
          </a:prstGeom>
          <a:solidFill>
            <a:srgbClr val="E1EBF1">
              <a:alpha val="5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solidFill>
                <a:prstClr val="white"/>
              </a:solidFill>
            </a:endParaRPr>
          </a:p>
        </p:txBody>
      </p:sp>
      <p:sp>
        <p:nvSpPr>
          <p:cNvPr id="11" name="Rectangle 6">
            <a:extLst>
              <a:ext uri="{FF2B5EF4-FFF2-40B4-BE49-F238E27FC236}">
                <a16:creationId xmlns:a16="http://schemas.microsoft.com/office/drawing/2014/main" id="{CE1E08C9-0391-2942-8F2B-2BD7EE3614BA}"/>
              </a:ext>
            </a:extLst>
          </p:cNvPr>
          <p:cNvSpPr>
            <a:spLocks noChangeArrowheads="1"/>
          </p:cNvSpPr>
          <p:nvPr userDrawn="1"/>
        </p:nvSpPr>
        <p:spPr bwMode="auto">
          <a:xfrm>
            <a:off x="11280776" y="6540063"/>
            <a:ext cx="5762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r" eaLnBrk="1" hangingPunct="1">
              <a:defRPr/>
            </a:pPr>
            <a:fld id="{05A3B1D6-BE7D-ED47-BA2A-F92B9238A21D}" type="slidenum">
              <a:rPr lang="en-ZA" altLang="en-US" sz="800" b="1" smtClean="0">
                <a:solidFill>
                  <a:srgbClr val="023B61"/>
                </a:solidFill>
              </a:rPr>
              <a:pPr algn="r" eaLnBrk="1" hangingPunct="1">
                <a:defRPr/>
              </a:pPr>
              <a:t>‹#›</a:t>
            </a:fld>
            <a:endParaRPr lang="en-ZA" altLang="en-US" sz="800" b="1" dirty="0">
              <a:solidFill>
                <a:srgbClr val="023B61"/>
              </a:solidFill>
            </a:endParaRPr>
          </a:p>
        </p:txBody>
      </p:sp>
      <p:sp>
        <p:nvSpPr>
          <p:cNvPr id="12" name="Rectangle 11">
            <a:extLst>
              <a:ext uri="{FF2B5EF4-FFF2-40B4-BE49-F238E27FC236}">
                <a16:creationId xmlns:a16="http://schemas.microsoft.com/office/drawing/2014/main" id="{9A35880E-2C1E-824E-ADF4-177C091657F1}"/>
              </a:ext>
            </a:extLst>
          </p:cNvPr>
          <p:cNvSpPr/>
          <p:nvPr userDrawn="1"/>
        </p:nvSpPr>
        <p:spPr>
          <a:xfrm>
            <a:off x="119336" y="6569060"/>
            <a:ext cx="1183337" cy="200055"/>
          </a:xfrm>
          <a:prstGeom prst="rect">
            <a:avLst/>
          </a:prstGeom>
        </p:spPr>
        <p:txBody>
          <a:bodyPr wrap="none">
            <a:spAutoFit/>
          </a:bodyPr>
          <a:lstStyle/>
          <a:p>
            <a:r>
              <a:rPr lang="en-US" sz="700" dirty="0">
                <a:solidFill>
                  <a:srgbClr val="023B61"/>
                </a:solidFill>
                <a:latin typeface="Arial"/>
              </a:rPr>
              <a:t>Copyright ©, 2023, Sasol</a:t>
            </a:r>
          </a:p>
        </p:txBody>
      </p:sp>
    </p:spTree>
    <p:extLst>
      <p:ext uri="{BB962C8B-B14F-4D97-AF65-F5344CB8AC3E}">
        <p14:creationId xmlns:p14="http://schemas.microsoft.com/office/powerpoint/2010/main" val="2600325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2.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2A49F4-DD61-1044-B6AE-412A5D7EE82A}"/>
              </a:ext>
            </a:extLst>
          </p:cNvPr>
          <p:cNvSpPr/>
          <p:nvPr userDrawn="1"/>
        </p:nvSpPr>
        <p:spPr>
          <a:xfrm>
            <a:off x="0" y="6462557"/>
            <a:ext cx="12192000" cy="395443"/>
          </a:xfrm>
          <a:prstGeom prst="rect">
            <a:avLst/>
          </a:prstGeom>
          <a:solidFill>
            <a:srgbClr val="E1EBF1">
              <a:alpha val="5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solidFill>
                <a:prstClr val="white"/>
              </a:solidFill>
            </a:endParaRPr>
          </a:p>
        </p:txBody>
      </p:sp>
      <p:sp>
        <p:nvSpPr>
          <p:cNvPr id="1027" name="Title Placeholder 1"/>
          <p:cNvSpPr>
            <a:spLocks noGrp="1"/>
          </p:cNvSpPr>
          <p:nvPr>
            <p:ph type="title"/>
          </p:nvPr>
        </p:nvSpPr>
        <p:spPr bwMode="auto">
          <a:xfrm>
            <a:off x="334963" y="325048"/>
            <a:ext cx="99568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36000" rIns="0" bIns="0" numCol="1" anchor="ctr" anchorCtr="0" compatLnSpc="1">
            <a:prstTxWarp prst="textNoShape">
              <a:avLst/>
            </a:prstTxWarp>
          </a:bodyPr>
          <a:lstStyle/>
          <a:p>
            <a:pPr lvl="0"/>
            <a:r>
              <a:rPr lang="en-US" altLang="en-US"/>
              <a:t>Click to edit Master title style</a:t>
            </a:r>
            <a:endParaRPr lang="en-ZA" altLang="en-US"/>
          </a:p>
        </p:txBody>
      </p:sp>
      <p:sp>
        <p:nvSpPr>
          <p:cNvPr id="1028" name="Text Placeholder 2"/>
          <p:cNvSpPr>
            <a:spLocks noGrp="1"/>
          </p:cNvSpPr>
          <p:nvPr>
            <p:ph type="body" idx="1"/>
          </p:nvPr>
        </p:nvSpPr>
        <p:spPr bwMode="auto">
          <a:xfrm>
            <a:off x="334963" y="1247237"/>
            <a:ext cx="11522075" cy="470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a:t>
            </a:r>
            <a:r>
              <a:rPr lang="en-US" altLang="en-US" dirty="0" err="1"/>
              <a:t>levelc</a:t>
            </a:r>
            <a:endParaRPr lang="en-ZA" altLang="en-US" dirty="0"/>
          </a:p>
        </p:txBody>
      </p:sp>
      <p:sp>
        <p:nvSpPr>
          <p:cNvPr id="5" name="Footer Placeholder 4"/>
          <p:cNvSpPr>
            <a:spLocks noGrp="1"/>
          </p:cNvSpPr>
          <p:nvPr>
            <p:ph type="ftr" sz="quarter" idx="3"/>
          </p:nvPr>
        </p:nvSpPr>
        <p:spPr>
          <a:xfrm>
            <a:off x="334963" y="6043605"/>
            <a:ext cx="11523662" cy="215900"/>
          </a:xfrm>
          <a:prstGeom prst="rect">
            <a:avLst/>
          </a:prstGeom>
        </p:spPr>
        <p:txBody>
          <a:bodyPr vert="horz" lIns="0" tIns="0" rIns="0" bIns="0" rtlCol="0" anchor="b"/>
          <a:lstStyle>
            <a:lvl1pPr algn="l" eaLnBrk="1" fontAlgn="auto" hangingPunct="1">
              <a:spcBef>
                <a:spcPts val="0"/>
              </a:spcBef>
              <a:spcAft>
                <a:spcPts val="0"/>
              </a:spcAft>
              <a:defRPr sz="900" b="0" i="0">
                <a:solidFill>
                  <a:srgbClr val="033B61"/>
                </a:solidFill>
                <a:latin typeface="+mn-lt"/>
              </a:defRPr>
            </a:lvl1pPr>
          </a:lstStyle>
          <a:p>
            <a:pPr>
              <a:defRPr/>
            </a:pPr>
            <a:endParaRPr lang="en-ZA"/>
          </a:p>
        </p:txBody>
      </p:sp>
      <p:sp>
        <p:nvSpPr>
          <p:cNvPr id="1030" name="Rectangle 6"/>
          <p:cNvSpPr>
            <a:spLocks noChangeArrowheads="1"/>
          </p:cNvSpPr>
          <p:nvPr/>
        </p:nvSpPr>
        <p:spPr bwMode="auto">
          <a:xfrm>
            <a:off x="11280776" y="6540063"/>
            <a:ext cx="5762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r" eaLnBrk="1" hangingPunct="1">
              <a:defRPr/>
            </a:pPr>
            <a:fld id="{05A3B1D6-BE7D-ED47-BA2A-F92B9238A21D}" type="slidenum">
              <a:rPr lang="en-ZA" altLang="en-US" sz="800" b="1" smtClean="0">
                <a:solidFill>
                  <a:srgbClr val="023B61"/>
                </a:solidFill>
              </a:rPr>
              <a:pPr algn="r" eaLnBrk="1" hangingPunct="1">
                <a:defRPr/>
              </a:pPr>
              <a:t>‹#›</a:t>
            </a:fld>
            <a:endParaRPr lang="en-ZA" altLang="en-US" sz="800" b="1" dirty="0">
              <a:solidFill>
                <a:srgbClr val="023B61"/>
              </a:solidFill>
            </a:endParaRPr>
          </a:p>
        </p:txBody>
      </p:sp>
      <p:sp>
        <p:nvSpPr>
          <p:cNvPr id="8" name="Rectangle 7"/>
          <p:cNvSpPr/>
          <p:nvPr userDrawn="1"/>
        </p:nvSpPr>
        <p:spPr>
          <a:xfrm>
            <a:off x="119336" y="6569060"/>
            <a:ext cx="1183337" cy="200055"/>
          </a:xfrm>
          <a:prstGeom prst="rect">
            <a:avLst/>
          </a:prstGeom>
        </p:spPr>
        <p:txBody>
          <a:bodyPr wrap="none">
            <a:spAutoFit/>
          </a:bodyPr>
          <a:lstStyle/>
          <a:p>
            <a:r>
              <a:rPr lang="en-US" sz="700" dirty="0">
                <a:solidFill>
                  <a:srgbClr val="023B61"/>
                </a:solidFill>
                <a:latin typeface="Arial"/>
              </a:rPr>
              <a:t>Copyright ©, 2023, Sasol</a:t>
            </a:r>
          </a:p>
        </p:txBody>
      </p:sp>
      <p:pic>
        <p:nvPicPr>
          <p:cNvPr id="3" name="Picture 2">
            <a:extLst>
              <a:ext uri="{FF2B5EF4-FFF2-40B4-BE49-F238E27FC236}">
                <a16:creationId xmlns:a16="http://schemas.microsoft.com/office/drawing/2014/main" id="{7BF8A2F7-001F-1044-8169-62ACC7A889C6}"/>
              </a:ext>
            </a:extLst>
          </p:cNvPr>
          <p:cNvPicPr>
            <a:picLocks noChangeAspect="1"/>
          </p:cNvPicPr>
          <p:nvPr userDrawn="1"/>
        </p:nvPicPr>
        <p:blipFill>
          <a:blip r:embed="rId23" cstate="screen">
            <a:extLst>
              <a:ext uri="{28A0092B-C50C-407E-A947-70E740481C1C}">
                <a14:useLocalDpi xmlns:a14="http://schemas.microsoft.com/office/drawing/2010/main"/>
              </a:ext>
            </a:extLst>
          </a:blip>
          <a:stretch>
            <a:fillRect/>
          </a:stretch>
        </p:blipFill>
        <p:spPr>
          <a:xfrm>
            <a:off x="10483851" y="310189"/>
            <a:ext cx="1373187" cy="650457"/>
          </a:xfrm>
          <a:prstGeom prst="rect">
            <a:avLst/>
          </a:prstGeom>
        </p:spPr>
      </p:pic>
    </p:spTree>
    <p:extLst>
      <p:ext uri="{BB962C8B-B14F-4D97-AF65-F5344CB8AC3E}">
        <p14:creationId xmlns:p14="http://schemas.microsoft.com/office/powerpoint/2010/main" val="2616720391"/>
      </p:ext>
    </p:extLst>
  </p:cSld>
  <p:clrMap bg1="lt1" tx1="dk1" bg2="lt2" tx2="dk2" accent1="accent1" accent2="accent2" accent3="accent3" accent4="accent4" accent5="accent5" accent6="accent6" hlink="hlink" folHlink="folHlink"/>
  <p:sldLayoutIdLst>
    <p:sldLayoutId id="2147484866" r:id="rId1"/>
    <p:sldLayoutId id="2147484884" r:id="rId2"/>
    <p:sldLayoutId id="2147484867" r:id="rId3"/>
    <p:sldLayoutId id="2147484868" r:id="rId4"/>
    <p:sldLayoutId id="2147484870" r:id="rId5"/>
    <p:sldLayoutId id="2147484875" r:id="rId6"/>
    <p:sldLayoutId id="2147484879" r:id="rId7"/>
    <p:sldLayoutId id="2147484801" r:id="rId8"/>
    <p:sldLayoutId id="2147484802" r:id="rId9"/>
    <p:sldLayoutId id="2147484803" r:id="rId10"/>
    <p:sldLayoutId id="2147484804" r:id="rId11"/>
    <p:sldLayoutId id="2147484809" r:id="rId12"/>
    <p:sldLayoutId id="2147484810" r:id="rId13"/>
    <p:sldLayoutId id="2147484811" r:id="rId14"/>
    <p:sldLayoutId id="2147484812" r:id="rId15"/>
    <p:sldLayoutId id="2147484813" r:id="rId16"/>
    <p:sldLayoutId id="2147484814" r:id="rId17"/>
    <p:sldLayoutId id="2147484815" r:id="rId18"/>
    <p:sldLayoutId id="2147484883" r:id="rId19"/>
    <p:sldLayoutId id="2147484885" r:id="rId20"/>
    <p:sldLayoutId id="2147484888" r:id="rId21"/>
  </p:sldLayoutIdLst>
  <p:hf hdr="0" ftr="0" dt="0"/>
  <p:txStyles>
    <p:titleStyle>
      <a:lvl1pPr algn="l" rtl="0" eaLnBrk="0" fontAlgn="base" hangingPunct="0">
        <a:spcBef>
          <a:spcPct val="0"/>
        </a:spcBef>
        <a:spcAft>
          <a:spcPct val="0"/>
        </a:spcAft>
        <a:defRPr sz="2000" b="1" kern="1200">
          <a:solidFill>
            <a:srgbClr val="023B61"/>
          </a:solidFill>
          <a:latin typeface="+mj-lt"/>
          <a:ea typeface="+mj-ea"/>
          <a:cs typeface="+mj-cs"/>
        </a:defRPr>
      </a:lvl1pPr>
      <a:lvl2pPr algn="l" rtl="0" eaLnBrk="0" fontAlgn="base" hangingPunct="0">
        <a:spcBef>
          <a:spcPct val="0"/>
        </a:spcBef>
        <a:spcAft>
          <a:spcPct val="0"/>
        </a:spcAft>
        <a:defRPr sz="2000" b="1">
          <a:solidFill>
            <a:srgbClr val="023B61"/>
          </a:solidFill>
          <a:latin typeface="Arial" charset="0"/>
        </a:defRPr>
      </a:lvl2pPr>
      <a:lvl3pPr algn="l" rtl="0" eaLnBrk="0" fontAlgn="base" hangingPunct="0">
        <a:spcBef>
          <a:spcPct val="0"/>
        </a:spcBef>
        <a:spcAft>
          <a:spcPct val="0"/>
        </a:spcAft>
        <a:defRPr sz="2000" b="1">
          <a:solidFill>
            <a:srgbClr val="023B61"/>
          </a:solidFill>
          <a:latin typeface="Arial" charset="0"/>
        </a:defRPr>
      </a:lvl3pPr>
      <a:lvl4pPr algn="l" rtl="0" eaLnBrk="0" fontAlgn="base" hangingPunct="0">
        <a:spcBef>
          <a:spcPct val="0"/>
        </a:spcBef>
        <a:spcAft>
          <a:spcPct val="0"/>
        </a:spcAft>
        <a:defRPr sz="2000" b="1">
          <a:solidFill>
            <a:srgbClr val="023B61"/>
          </a:solidFill>
          <a:latin typeface="Arial" charset="0"/>
        </a:defRPr>
      </a:lvl4pPr>
      <a:lvl5pPr algn="l" rtl="0" eaLnBrk="0" fontAlgn="base" hangingPunct="0">
        <a:spcBef>
          <a:spcPct val="0"/>
        </a:spcBef>
        <a:spcAft>
          <a:spcPct val="0"/>
        </a:spcAft>
        <a:defRPr sz="2000" b="1">
          <a:solidFill>
            <a:srgbClr val="023B61"/>
          </a:solidFill>
          <a:latin typeface="Arial" charset="0"/>
        </a:defRPr>
      </a:lvl5pPr>
      <a:lvl6pPr marL="457200" algn="l" rtl="0" eaLnBrk="1" fontAlgn="base" hangingPunct="1">
        <a:spcBef>
          <a:spcPct val="0"/>
        </a:spcBef>
        <a:spcAft>
          <a:spcPct val="0"/>
        </a:spcAft>
        <a:defRPr sz="2000" b="1">
          <a:solidFill>
            <a:srgbClr val="033B61"/>
          </a:solidFill>
          <a:latin typeface="Arial" charset="0"/>
        </a:defRPr>
      </a:lvl6pPr>
      <a:lvl7pPr marL="914400" algn="l" rtl="0" eaLnBrk="1" fontAlgn="base" hangingPunct="1">
        <a:spcBef>
          <a:spcPct val="0"/>
        </a:spcBef>
        <a:spcAft>
          <a:spcPct val="0"/>
        </a:spcAft>
        <a:defRPr sz="2000" b="1">
          <a:solidFill>
            <a:srgbClr val="033B61"/>
          </a:solidFill>
          <a:latin typeface="Arial" charset="0"/>
        </a:defRPr>
      </a:lvl7pPr>
      <a:lvl8pPr marL="1371600" algn="l" rtl="0" eaLnBrk="1" fontAlgn="base" hangingPunct="1">
        <a:spcBef>
          <a:spcPct val="0"/>
        </a:spcBef>
        <a:spcAft>
          <a:spcPct val="0"/>
        </a:spcAft>
        <a:defRPr sz="2000" b="1">
          <a:solidFill>
            <a:srgbClr val="033B61"/>
          </a:solidFill>
          <a:latin typeface="Arial" charset="0"/>
        </a:defRPr>
      </a:lvl8pPr>
      <a:lvl9pPr marL="1828800" algn="l" rtl="0" eaLnBrk="1" fontAlgn="base" hangingPunct="1">
        <a:spcBef>
          <a:spcPct val="0"/>
        </a:spcBef>
        <a:spcAft>
          <a:spcPct val="0"/>
        </a:spcAft>
        <a:defRPr sz="2000" b="1">
          <a:solidFill>
            <a:srgbClr val="033B61"/>
          </a:solidFill>
          <a:latin typeface="Arial" charset="0"/>
        </a:defRPr>
      </a:lvl9pPr>
    </p:titleStyle>
    <p:bodyStyle>
      <a:lvl1pPr marL="285750" indent="-285750" algn="l" rtl="0" eaLnBrk="0" fontAlgn="base" hangingPunct="0">
        <a:lnSpc>
          <a:spcPct val="110000"/>
        </a:lnSpc>
        <a:spcBef>
          <a:spcPts val="1200"/>
        </a:spcBef>
        <a:spcAft>
          <a:spcPts val="400"/>
        </a:spcAft>
        <a:buSzPct val="140000"/>
        <a:buBlip>
          <a:blip r:embed="rId24"/>
        </a:buBlip>
        <a:defRPr sz="1600" kern="1200">
          <a:solidFill>
            <a:srgbClr val="023B61"/>
          </a:solidFill>
          <a:latin typeface="+mn-lt"/>
          <a:ea typeface="+mn-ea"/>
          <a:cs typeface="+mn-cs"/>
        </a:defRPr>
      </a:lvl1pPr>
      <a:lvl2pPr marL="628650" indent="-260350" algn="l" rtl="0" eaLnBrk="0" fontAlgn="base" hangingPunct="0">
        <a:lnSpc>
          <a:spcPct val="110000"/>
        </a:lnSpc>
        <a:spcBef>
          <a:spcPts val="200"/>
        </a:spcBef>
        <a:spcAft>
          <a:spcPts val="200"/>
        </a:spcAft>
        <a:buClr>
          <a:schemeClr val="accent1"/>
        </a:buClr>
        <a:buFont typeface="Arial" charset="0"/>
        <a:buChar char="●"/>
        <a:defRPr sz="1400" kern="1200">
          <a:solidFill>
            <a:srgbClr val="023B61"/>
          </a:solidFill>
          <a:latin typeface="+mn-lt"/>
          <a:ea typeface="+mn-ea"/>
          <a:cs typeface="+mn-cs"/>
        </a:defRPr>
      </a:lvl2pPr>
      <a:lvl3pPr marL="895350" indent="-188913" algn="l" rtl="0" eaLnBrk="0" fontAlgn="base" hangingPunct="0">
        <a:lnSpc>
          <a:spcPct val="110000"/>
        </a:lnSpc>
        <a:spcBef>
          <a:spcPts val="100"/>
        </a:spcBef>
        <a:spcAft>
          <a:spcPts val="200"/>
        </a:spcAft>
        <a:buSzPct val="80000"/>
        <a:buFont typeface="Arial" charset="0"/>
        <a:buChar char="●"/>
        <a:defRPr sz="1400" kern="1200">
          <a:solidFill>
            <a:srgbClr val="023B61"/>
          </a:solidFill>
          <a:latin typeface="+mn-lt"/>
          <a:ea typeface="+mn-ea"/>
          <a:cs typeface="+mn-cs"/>
        </a:defRPr>
      </a:lvl3pPr>
      <a:lvl4pPr marL="1255713" indent="-182563" algn="l" rtl="0" eaLnBrk="0" fontAlgn="base" hangingPunct="0">
        <a:lnSpc>
          <a:spcPct val="110000"/>
        </a:lnSpc>
        <a:spcBef>
          <a:spcPts val="100"/>
        </a:spcBef>
        <a:spcAft>
          <a:spcPts val="200"/>
        </a:spcAft>
        <a:buFont typeface="Arial" charset="0"/>
        <a:buChar char="•"/>
        <a:defRPr sz="1300" kern="1200">
          <a:solidFill>
            <a:srgbClr val="023B61"/>
          </a:solidFill>
          <a:latin typeface="+mn-lt"/>
          <a:ea typeface="+mn-ea"/>
          <a:cs typeface="+mn-cs"/>
        </a:defRPr>
      </a:lvl4pPr>
      <a:lvl5pPr marL="1524000" indent="-184150" algn="l" rtl="0" eaLnBrk="0" fontAlgn="base" hangingPunct="0">
        <a:lnSpc>
          <a:spcPct val="110000"/>
        </a:lnSpc>
        <a:spcBef>
          <a:spcPts val="100"/>
        </a:spcBef>
        <a:spcAft>
          <a:spcPts val="200"/>
        </a:spcAft>
        <a:buFont typeface="Arial" charset="0"/>
        <a:buChar char="»"/>
        <a:defRPr sz="1200" kern="1200">
          <a:solidFill>
            <a:srgbClr val="023B6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2A49F4-DD61-1044-B6AE-412A5D7EE82A}"/>
              </a:ext>
            </a:extLst>
          </p:cNvPr>
          <p:cNvSpPr/>
          <p:nvPr userDrawn="1"/>
        </p:nvSpPr>
        <p:spPr>
          <a:xfrm>
            <a:off x="0" y="6462557"/>
            <a:ext cx="12192000" cy="395443"/>
          </a:xfrm>
          <a:prstGeom prst="rect">
            <a:avLst/>
          </a:prstGeom>
          <a:solidFill>
            <a:srgbClr val="E1EBF1">
              <a:alpha val="5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10000"/>
              </a:lnSpc>
              <a:spcBef>
                <a:spcPts val="100"/>
              </a:spcBef>
              <a:spcAft>
                <a:spcPts val="100"/>
              </a:spcAft>
            </a:pPr>
            <a:endParaRPr lang="en-GB" sz="1400" dirty="0">
              <a:solidFill>
                <a:prstClr val="white"/>
              </a:solidFill>
            </a:endParaRPr>
          </a:p>
        </p:txBody>
      </p:sp>
      <p:sp>
        <p:nvSpPr>
          <p:cNvPr id="1027" name="Title Placeholder 1"/>
          <p:cNvSpPr>
            <a:spLocks noGrp="1"/>
          </p:cNvSpPr>
          <p:nvPr>
            <p:ph type="title"/>
          </p:nvPr>
        </p:nvSpPr>
        <p:spPr bwMode="auto">
          <a:xfrm>
            <a:off x="334963" y="325048"/>
            <a:ext cx="99568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36000" rIns="0" bIns="0" numCol="1" anchor="ctr" anchorCtr="0" compatLnSpc="1">
            <a:prstTxWarp prst="textNoShape">
              <a:avLst/>
            </a:prstTxWarp>
          </a:bodyPr>
          <a:lstStyle/>
          <a:p>
            <a:pPr lvl="0"/>
            <a:r>
              <a:rPr lang="en-US" altLang="en-US"/>
              <a:t>Click to edit Master title style</a:t>
            </a:r>
            <a:endParaRPr lang="en-ZA" altLang="en-US"/>
          </a:p>
        </p:txBody>
      </p:sp>
      <p:sp>
        <p:nvSpPr>
          <p:cNvPr id="1028" name="Text Placeholder 2"/>
          <p:cNvSpPr>
            <a:spLocks noGrp="1"/>
          </p:cNvSpPr>
          <p:nvPr>
            <p:ph type="body" idx="1"/>
          </p:nvPr>
        </p:nvSpPr>
        <p:spPr bwMode="auto">
          <a:xfrm>
            <a:off x="334963" y="1247237"/>
            <a:ext cx="11522075" cy="470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a:t>
            </a:r>
            <a:r>
              <a:rPr lang="en-US" altLang="en-US" dirty="0" err="1"/>
              <a:t>levelc</a:t>
            </a:r>
            <a:endParaRPr lang="en-ZA" altLang="en-US" dirty="0"/>
          </a:p>
        </p:txBody>
      </p:sp>
      <p:sp>
        <p:nvSpPr>
          <p:cNvPr id="5" name="Footer Placeholder 4"/>
          <p:cNvSpPr>
            <a:spLocks noGrp="1"/>
          </p:cNvSpPr>
          <p:nvPr>
            <p:ph type="ftr" sz="quarter" idx="3"/>
          </p:nvPr>
        </p:nvSpPr>
        <p:spPr>
          <a:xfrm>
            <a:off x="334963" y="6043605"/>
            <a:ext cx="11523662" cy="215900"/>
          </a:xfrm>
          <a:prstGeom prst="rect">
            <a:avLst/>
          </a:prstGeom>
        </p:spPr>
        <p:txBody>
          <a:bodyPr vert="horz" lIns="0" tIns="0" rIns="0" bIns="0" rtlCol="0" anchor="b"/>
          <a:lstStyle>
            <a:lvl1pPr algn="l" eaLnBrk="1" fontAlgn="auto" hangingPunct="1">
              <a:spcBef>
                <a:spcPts val="0"/>
              </a:spcBef>
              <a:spcAft>
                <a:spcPts val="0"/>
              </a:spcAft>
              <a:defRPr sz="900" b="0" i="0">
                <a:solidFill>
                  <a:srgbClr val="033B61"/>
                </a:solidFill>
                <a:latin typeface="+mn-lt"/>
              </a:defRPr>
            </a:lvl1pPr>
          </a:lstStyle>
          <a:p>
            <a:pPr>
              <a:defRPr/>
            </a:pPr>
            <a:endParaRPr lang="en-ZA"/>
          </a:p>
        </p:txBody>
      </p:sp>
      <p:sp>
        <p:nvSpPr>
          <p:cNvPr id="1030" name="Rectangle 6"/>
          <p:cNvSpPr>
            <a:spLocks noChangeArrowheads="1"/>
          </p:cNvSpPr>
          <p:nvPr/>
        </p:nvSpPr>
        <p:spPr bwMode="auto">
          <a:xfrm>
            <a:off x="11280776" y="6540063"/>
            <a:ext cx="5762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r" eaLnBrk="1" hangingPunct="1">
              <a:defRPr/>
            </a:pPr>
            <a:fld id="{05A3B1D6-BE7D-ED47-BA2A-F92B9238A21D}" type="slidenum">
              <a:rPr lang="en-ZA" altLang="en-US" sz="800" b="1" smtClean="0">
                <a:solidFill>
                  <a:srgbClr val="023B61"/>
                </a:solidFill>
              </a:rPr>
              <a:pPr algn="r" eaLnBrk="1" hangingPunct="1">
                <a:defRPr/>
              </a:pPr>
              <a:t>‹#›</a:t>
            </a:fld>
            <a:endParaRPr lang="en-ZA" altLang="en-US" sz="800" b="1" dirty="0">
              <a:solidFill>
                <a:srgbClr val="023B61"/>
              </a:solidFill>
            </a:endParaRPr>
          </a:p>
        </p:txBody>
      </p:sp>
      <p:sp>
        <p:nvSpPr>
          <p:cNvPr id="8" name="Rectangle 7"/>
          <p:cNvSpPr/>
          <p:nvPr userDrawn="1"/>
        </p:nvSpPr>
        <p:spPr>
          <a:xfrm>
            <a:off x="119336" y="6569060"/>
            <a:ext cx="1183337" cy="200055"/>
          </a:xfrm>
          <a:prstGeom prst="rect">
            <a:avLst/>
          </a:prstGeom>
        </p:spPr>
        <p:txBody>
          <a:bodyPr wrap="none">
            <a:spAutoFit/>
          </a:bodyPr>
          <a:lstStyle/>
          <a:p>
            <a:r>
              <a:rPr lang="en-US" sz="700" dirty="0">
                <a:solidFill>
                  <a:srgbClr val="023B61"/>
                </a:solidFill>
                <a:latin typeface="Arial"/>
              </a:rPr>
              <a:t>Copyright ©, 2023, Sasol</a:t>
            </a:r>
          </a:p>
        </p:txBody>
      </p:sp>
      <p:pic>
        <p:nvPicPr>
          <p:cNvPr id="3" name="Picture 2">
            <a:extLst>
              <a:ext uri="{FF2B5EF4-FFF2-40B4-BE49-F238E27FC236}">
                <a16:creationId xmlns:a16="http://schemas.microsoft.com/office/drawing/2014/main" id="{7BF8A2F7-001F-1044-8169-62ACC7A889C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83851" y="310189"/>
            <a:ext cx="1373187" cy="650457"/>
          </a:xfrm>
          <a:prstGeom prst="rect">
            <a:avLst/>
          </a:prstGeom>
        </p:spPr>
      </p:pic>
    </p:spTree>
    <p:extLst>
      <p:ext uri="{BB962C8B-B14F-4D97-AF65-F5344CB8AC3E}">
        <p14:creationId xmlns:p14="http://schemas.microsoft.com/office/powerpoint/2010/main" val="2616720391"/>
      </p:ext>
    </p:extLst>
  </p:cSld>
  <p:clrMap bg1="lt1" tx1="dk1" bg2="lt2" tx2="dk2" accent1="accent1" accent2="accent2" accent3="accent3" accent4="accent4" accent5="accent5" accent6="accent6" hlink="hlink" folHlink="folHlink"/>
  <p:sldLayoutIdLst>
    <p:sldLayoutId id="2147484890" r:id="rId1"/>
  </p:sldLayoutIdLst>
  <p:hf hdr="0" ftr="0" dt="0"/>
  <p:txStyles>
    <p:titleStyle>
      <a:lvl1pPr algn="l" rtl="0" eaLnBrk="0" fontAlgn="base" hangingPunct="0">
        <a:spcBef>
          <a:spcPct val="0"/>
        </a:spcBef>
        <a:spcAft>
          <a:spcPct val="0"/>
        </a:spcAft>
        <a:defRPr sz="2000" b="1" kern="1200">
          <a:solidFill>
            <a:srgbClr val="023B61"/>
          </a:solidFill>
          <a:latin typeface="+mj-lt"/>
          <a:ea typeface="+mj-ea"/>
          <a:cs typeface="+mj-cs"/>
        </a:defRPr>
      </a:lvl1pPr>
      <a:lvl2pPr algn="l" rtl="0" eaLnBrk="0" fontAlgn="base" hangingPunct="0">
        <a:spcBef>
          <a:spcPct val="0"/>
        </a:spcBef>
        <a:spcAft>
          <a:spcPct val="0"/>
        </a:spcAft>
        <a:defRPr sz="2000" b="1">
          <a:solidFill>
            <a:srgbClr val="023B61"/>
          </a:solidFill>
          <a:latin typeface="Arial" charset="0"/>
        </a:defRPr>
      </a:lvl2pPr>
      <a:lvl3pPr algn="l" rtl="0" eaLnBrk="0" fontAlgn="base" hangingPunct="0">
        <a:spcBef>
          <a:spcPct val="0"/>
        </a:spcBef>
        <a:spcAft>
          <a:spcPct val="0"/>
        </a:spcAft>
        <a:defRPr sz="2000" b="1">
          <a:solidFill>
            <a:srgbClr val="023B61"/>
          </a:solidFill>
          <a:latin typeface="Arial" charset="0"/>
        </a:defRPr>
      </a:lvl3pPr>
      <a:lvl4pPr algn="l" rtl="0" eaLnBrk="0" fontAlgn="base" hangingPunct="0">
        <a:spcBef>
          <a:spcPct val="0"/>
        </a:spcBef>
        <a:spcAft>
          <a:spcPct val="0"/>
        </a:spcAft>
        <a:defRPr sz="2000" b="1">
          <a:solidFill>
            <a:srgbClr val="023B61"/>
          </a:solidFill>
          <a:latin typeface="Arial" charset="0"/>
        </a:defRPr>
      </a:lvl4pPr>
      <a:lvl5pPr algn="l" rtl="0" eaLnBrk="0" fontAlgn="base" hangingPunct="0">
        <a:spcBef>
          <a:spcPct val="0"/>
        </a:spcBef>
        <a:spcAft>
          <a:spcPct val="0"/>
        </a:spcAft>
        <a:defRPr sz="2000" b="1">
          <a:solidFill>
            <a:srgbClr val="023B61"/>
          </a:solidFill>
          <a:latin typeface="Arial" charset="0"/>
        </a:defRPr>
      </a:lvl5pPr>
      <a:lvl6pPr marL="457200" algn="l" rtl="0" eaLnBrk="1" fontAlgn="base" hangingPunct="1">
        <a:spcBef>
          <a:spcPct val="0"/>
        </a:spcBef>
        <a:spcAft>
          <a:spcPct val="0"/>
        </a:spcAft>
        <a:defRPr sz="2000" b="1">
          <a:solidFill>
            <a:srgbClr val="033B61"/>
          </a:solidFill>
          <a:latin typeface="Arial" charset="0"/>
        </a:defRPr>
      </a:lvl6pPr>
      <a:lvl7pPr marL="914400" algn="l" rtl="0" eaLnBrk="1" fontAlgn="base" hangingPunct="1">
        <a:spcBef>
          <a:spcPct val="0"/>
        </a:spcBef>
        <a:spcAft>
          <a:spcPct val="0"/>
        </a:spcAft>
        <a:defRPr sz="2000" b="1">
          <a:solidFill>
            <a:srgbClr val="033B61"/>
          </a:solidFill>
          <a:latin typeface="Arial" charset="0"/>
        </a:defRPr>
      </a:lvl7pPr>
      <a:lvl8pPr marL="1371600" algn="l" rtl="0" eaLnBrk="1" fontAlgn="base" hangingPunct="1">
        <a:spcBef>
          <a:spcPct val="0"/>
        </a:spcBef>
        <a:spcAft>
          <a:spcPct val="0"/>
        </a:spcAft>
        <a:defRPr sz="2000" b="1">
          <a:solidFill>
            <a:srgbClr val="033B61"/>
          </a:solidFill>
          <a:latin typeface="Arial" charset="0"/>
        </a:defRPr>
      </a:lvl8pPr>
      <a:lvl9pPr marL="1828800" algn="l" rtl="0" eaLnBrk="1" fontAlgn="base" hangingPunct="1">
        <a:spcBef>
          <a:spcPct val="0"/>
        </a:spcBef>
        <a:spcAft>
          <a:spcPct val="0"/>
        </a:spcAft>
        <a:defRPr sz="2000" b="1">
          <a:solidFill>
            <a:srgbClr val="033B61"/>
          </a:solidFill>
          <a:latin typeface="Arial" charset="0"/>
        </a:defRPr>
      </a:lvl9pPr>
    </p:titleStyle>
    <p:bodyStyle>
      <a:lvl1pPr marL="285750" indent="-285750" algn="l" rtl="0" eaLnBrk="0" fontAlgn="base" hangingPunct="0">
        <a:lnSpc>
          <a:spcPct val="110000"/>
        </a:lnSpc>
        <a:spcBef>
          <a:spcPts val="1200"/>
        </a:spcBef>
        <a:spcAft>
          <a:spcPts val="400"/>
        </a:spcAft>
        <a:buSzPct val="140000"/>
        <a:buBlip>
          <a:blip r:embed="rId4"/>
        </a:buBlip>
        <a:defRPr sz="1600" kern="1200">
          <a:solidFill>
            <a:srgbClr val="023B61"/>
          </a:solidFill>
          <a:latin typeface="+mn-lt"/>
          <a:ea typeface="+mn-ea"/>
          <a:cs typeface="+mn-cs"/>
        </a:defRPr>
      </a:lvl1pPr>
      <a:lvl2pPr marL="628650" indent="-260350" algn="l" rtl="0" eaLnBrk="0" fontAlgn="base" hangingPunct="0">
        <a:lnSpc>
          <a:spcPct val="110000"/>
        </a:lnSpc>
        <a:spcBef>
          <a:spcPts val="200"/>
        </a:spcBef>
        <a:spcAft>
          <a:spcPts val="200"/>
        </a:spcAft>
        <a:buClr>
          <a:schemeClr val="accent1"/>
        </a:buClr>
        <a:buFont typeface="Arial" charset="0"/>
        <a:buChar char="●"/>
        <a:defRPr sz="1400" kern="1200">
          <a:solidFill>
            <a:srgbClr val="023B61"/>
          </a:solidFill>
          <a:latin typeface="+mn-lt"/>
          <a:ea typeface="+mn-ea"/>
          <a:cs typeface="+mn-cs"/>
        </a:defRPr>
      </a:lvl2pPr>
      <a:lvl3pPr marL="895350" indent="-188913" algn="l" rtl="0" eaLnBrk="0" fontAlgn="base" hangingPunct="0">
        <a:lnSpc>
          <a:spcPct val="110000"/>
        </a:lnSpc>
        <a:spcBef>
          <a:spcPts val="100"/>
        </a:spcBef>
        <a:spcAft>
          <a:spcPts val="200"/>
        </a:spcAft>
        <a:buSzPct val="80000"/>
        <a:buFont typeface="Arial" charset="0"/>
        <a:buChar char="●"/>
        <a:defRPr sz="1400" kern="1200">
          <a:solidFill>
            <a:srgbClr val="023B61"/>
          </a:solidFill>
          <a:latin typeface="+mn-lt"/>
          <a:ea typeface="+mn-ea"/>
          <a:cs typeface="+mn-cs"/>
        </a:defRPr>
      </a:lvl3pPr>
      <a:lvl4pPr marL="1255713" indent="-182563" algn="l" rtl="0" eaLnBrk="0" fontAlgn="base" hangingPunct="0">
        <a:lnSpc>
          <a:spcPct val="110000"/>
        </a:lnSpc>
        <a:spcBef>
          <a:spcPts val="100"/>
        </a:spcBef>
        <a:spcAft>
          <a:spcPts val="200"/>
        </a:spcAft>
        <a:buFont typeface="Arial" charset="0"/>
        <a:buChar char="•"/>
        <a:defRPr sz="1300" kern="1200">
          <a:solidFill>
            <a:srgbClr val="023B61"/>
          </a:solidFill>
          <a:latin typeface="+mn-lt"/>
          <a:ea typeface="+mn-ea"/>
          <a:cs typeface="+mn-cs"/>
        </a:defRPr>
      </a:lvl4pPr>
      <a:lvl5pPr marL="1524000" indent="-184150" algn="l" rtl="0" eaLnBrk="0" fontAlgn="base" hangingPunct="0">
        <a:lnSpc>
          <a:spcPct val="110000"/>
        </a:lnSpc>
        <a:spcBef>
          <a:spcPts val="100"/>
        </a:spcBef>
        <a:spcAft>
          <a:spcPts val="200"/>
        </a:spcAft>
        <a:buFont typeface="Arial" charset="0"/>
        <a:buChar char="»"/>
        <a:defRPr sz="1200" kern="1200">
          <a:solidFill>
            <a:srgbClr val="023B6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3" Type="http://schemas.openxmlformats.org/officeDocument/2006/relationships/image" Target="../media/image29.png"/><Relationship Id="rId18" Type="http://schemas.openxmlformats.org/officeDocument/2006/relationships/customXml" Target="../ink/ink8.xml"/><Relationship Id="rId26" Type="http://schemas.openxmlformats.org/officeDocument/2006/relationships/customXml" Target="../ink/ink12.xml"/><Relationship Id="rId3" Type="http://schemas.openxmlformats.org/officeDocument/2006/relationships/image" Target="../media/image24.jpg"/><Relationship Id="rId21" Type="http://schemas.openxmlformats.org/officeDocument/2006/relationships/image" Target="../media/image33.png"/><Relationship Id="rId7" Type="http://schemas.openxmlformats.org/officeDocument/2006/relationships/image" Target="../media/image26.png"/><Relationship Id="rId12" Type="http://schemas.openxmlformats.org/officeDocument/2006/relationships/customXml" Target="../ink/ink5.xml"/><Relationship Id="rId17" Type="http://schemas.openxmlformats.org/officeDocument/2006/relationships/image" Target="../media/image31.png"/><Relationship Id="rId25" Type="http://schemas.openxmlformats.org/officeDocument/2006/relationships/image" Target="../media/image35.png"/><Relationship Id="rId33" Type="http://schemas.openxmlformats.org/officeDocument/2006/relationships/image" Target="../media/image39.png"/><Relationship Id="rId2" Type="http://schemas.openxmlformats.org/officeDocument/2006/relationships/notesSlide" Target="../notesSlides/notesSlide4.xml"/><Relationship Id="rId16" Type="http://schemas.openxmlformats.org/officeDocument/2006/relationships/customXml" Target="../ink/ink7.xml"/><Relationship Id="rId20" Type="http://schemas.openxmlformats.org/officeDocument/2006/relationships/customXml" Target="../ink/ink9.xml"/><Relationship Id="rId29" Type="http://schemas.openxmlformats.org/officeDocument/2006/relationships/image" Target="../media/image37.png"/><Relationship Id="rId1" Type="http://schemas.openxmlformats.org/officeDocument/2006/relationships/slideLayout" Target="../slideLayouts/slideLayout5.xml"/><Relationship Id="rId6" Type="http://schemas.openxmlformats.org/officeDocument/2006/relationships/customXml" Target="../ink/ink2.xml"/><Relationship Id="rId11" Type="http://schemas.openxmlformats.org/officeDocument/2006/relationships/image" Target="../media/image28.png"/><Relationship Id="rId24" Type="http://schemas.openxmlformats.org/officeDocument/2006/relationships/customXml" Target="../ink/ink11.xml"/><Relationship Id="rId32" Type="http://schemas.openxmlformats.org/officeDocument/2006/relationships/customXml" Target="../ink/ink15.xml"/><Relationship Id="rId5" Type="http://schemas.openxmlformats.org/officeDocument/2006/relationships/image" Target="../media/image25.png"/><Relationship Id="rId15" Type="http://schemas.openxmlformats.org/officeDocument/2006/relationships/image" Target="../media/image30.png"/><Relationship Id="rId23" Type="http://schemas.openxmlformats.org/officeDocument/2006/relationships/image" Target="../media/image34.png"/><Relationship Id="rId28" Type="http://schemas.openxmlformats.org/officeDocument/2006/relationships/customXml" Target="../ink/ink13.xml"/><Relationship Id="rId10" Type="http://schemas.openxmlformats.org/officeDocument/2006/relationships/customXml" Target="../ink/ink4.xml"/><Relationship Id="rId19" Type="http://schemas.openxmlformats.org/officeDocument/2006/relationships/image" Target="../media/image32.png"/><Relationship Id="rId31" Type="http://schemas.openxmlformats.org/officeDocument/2006/relationships/image" Target="../media/image38.png"/><Relationship Id="rId4" Type="http://schemas.openxmlformats.org/officeDocument/2006/relationships/customXml" Target="../ink/ink1.xml"/><Relationship Id="rId9" Type="http://schemas.openxmlformats.org/officeDocument/2006/relationships/image" Target="../media/image27.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36.png"/><Relationship Id="rId30" Type="http://schemas.openxmlformats.org/officeDocument/2006/relationships/customXml" Target="../ink/ink14.xml"/><Relationship Id="rId8" Type="http://schemas.openxmlformats.org/officeDocument/2006/relationships/customXml" Target="../ink/ink3.xml"/></Relationships>
</file>

<file path=ppt/slides/_rels/slide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42.jpg"/></Relationships>
</file>

<file path=ppt/slides/_rels/slide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290.png"/><Relationship Id="rId5" Type="http://schemas.openxmlformats.org/officeDocument/2006/relationships/image" Target="../media/image13.png"/><Relationship Id="rId4" Type="http://schemas.openxmlformats.org/officeDocument/2006/relationships/customXml" Target="../ink/ink16.xml"/></Relationships>
</file>

<file path=ppt/slides/_rels/slide8.xml.rels><?xml version="1.0" encoding="UTF-8" standalone="yes"?>
<Relationships xmlns="http://schemas.openxmlformats.org/package/2006/relationships"><Relationship Id="rId13" Type="http://schemas.openxmlformats.org/officeDocument/2006/relationships/image" Target="../media/image106.png"/><Relationship Id="rId18" Type="http://schemas.openxmlformats.org/officeDocument/2006/relationships/customXml" Target="../ink/ink24.xml"/><Relationship Id="rId26" Type="http://schemas.openxmlformats.org/officeDocument/2006/relationships/customXml" Target="../ink/ink28.xml"/><Relationship Id="rId39" Type="http://schemas.openxmlformats.org/officeDocument/2006/relationships/image" Target="../media/image45.png"/><Relationship Id="rId21" Type="http://schemas.openxmlformats.org/officeDocument/2006/relationships/image" Target="../media/image109.png"/><Relationship Id="rId34" Type="http://schemas.openxmlformats.org/officeDocument/2006/relationships/customXml" Target="../ink/ink32.xml"/><Relationship Id="rId42" Type="http://schemas.openxmlformats.org/officeDocument/2006/relationships/customXml" Target="../ink/ink36.xml"/><Relationship Id="rId7" Type="http://schemas.openxmlformats.org/officeDocument/2006/relationships/image" Target="../media/image60.png"/><Relationship Id="rId2" Type="http://schemas.openxmlformats.org/officeDocument/2006/relationships/notesSlide" Target="../notesSlides/notesSlide8.xml"/><Relationship Id="rId16" Type="http://schemas.openxmlformats.org/officeDocument/2006/relationships/customXml" Target="../ink/ink23.xml"/><Relationship Id="rId20" Type="http://schemas.openxmlformats.org/officeDocument/2006/relationships/customXml" Target="../ink/ink25.xml"/><Relationship Id="rId29" Type="http://schemas.openxmlformats.org/officeDocument/2006/relationships/image" Target="../media/image113.png"/><Relationship Id="rId41" Type="http://schemas.openxmlformats.org/officeDocument/2006/relationships/image" Target="../media/image46.png"/><Relationship Id="rId1" Type="http://schemas.openxmlformats.org/officeDocument/2006/relationships/slideLayout" Target="../slideLayouts/slideLayout5.xml"/><Relationship Id="rId6" Type="http://schemas.openxmlformats.org/officeDocument/2006/relationships/customXml" Target="../ink/ink18.xml"/><Relationship Id="rId11" Type="http://schemas.openxmlformats.org/officeDocument/2006/relationships/image" Target="../media/image105.png"/><Relationship Id="rId24" Type="http://schemas.openxmlformats.org/officeDocument/2006/relationships/customXml" Target="../ink/ink27.xml"/><Relationship Id="rId32" Type="http://schemas.openxmlformats.org/officeDocument/2006/relationships/customXml" Target="../ink/ink31.xml"/><Relationship Id="rId37" Type="http://schemas.openxmlformats.org/officeDocument/2006/relationships/image" Target="../media/image117.png"/><Relationship Id="rId40" Type="http://schemas.openxmlformats.org/officeDocument/2006/relationships/customXml" Target="../ink/ink35.xml"/><Relationship Id="rId5" Type="http://schemas.openxmlformats.org/officeDocument/2006/relationships/image" Target="../media/image103.png"/><Relationship Id="rId15" Type="http://schemas.openxmlformats.org/officeDocument/2006/relationships/image" Target="../media/image107.png"/><Relationship Id="rId23" Type="http://schemas.openxmlformats.org/officeDocument/2006/relationships/image" Target="../media/image110.png"/><Relationship Id="rId28" Type="http://schemas.openxmlformats.org/officeDocument/2006/relationships/customXml" Target="../ink/ink29.xml"/><Relationship Id="rId36" Type="http://schemas.openxmlformats.org/officeDocument/2006/relationships/customXml" Target="../ink/ink33.xml"/><Relationship Id="rId10" Type="http://schemas.openxmlformats.org/officeDocument/2006/relationships/customXml" Target="../ink/ink20.xml"/><Relationship Id="rId19" Type="http://schemas.openxmlformats.org/officeDocument/2006/relationships/image" Target="../media/image13.png"/><Relationship Id="rId31" Type="http://schemas.openxmlformats.org/officeDocument/2006/relationships/image" Target="../media/image114.png"/><Relationship Id="rId4" Type="http://schemas.openxmlformats.org/officeDocument/2006/relationships/customXml" Target="../ink/ink17.xml"/><Relationship Id="rId9" Type="http://schemas.openxmlformats.org/officeDocument/2006/relationships/image" Target="../media/image104.png"/><Relationship Id="rId14" Type="http://schemas.openxmlformats.org/officeDocument/2006/relationships/customXml" Target="../ink/ink22.xml"/><Relationship Id="rId22" Type="http://schemas.openxmlformats.org/officeDocument/2006/relationships/customXml" Target="../ink/ink26.xml"/><Relationship Id="rId27" Type="http://schemas.openxmlformats.org/officeDocument/2006/relationships/image" Target="../media/image112.png"/><Relationship Id="rId30" Type="http://schemas.openxmlformats.org/officeDocument/2006/relationships/customXml" Target="../ink/ink30.xml"/><Relationship Id="rId35" Type="http://schemas.openxmlformats.org/officeDocument/2006/relationships/image" Target="../media/image116.png"/><Relationship Id="rId43" Type="http://schemas.openxmlformats.org/officeDocument/2006/relationships/image" Target="../media/image47.png"/><Relationship Id="rId8" Type="http://schemas.openxmlformats.org/officeDocument/2006/relationships/customXml" Target="../ink/ink19.xml"/><Relationship Id="rId3" Type="http://schemas.openxmlformats.org/officeDocument/2006/relationships/image" Target="../media/image44.png"/><Relationship Id="rId12" Type="http://schemas.openxmlformats.org/officeDocument/2006/relationships/customXml" Target="../ink/ink21.xml"/><Relationship Id="rId17" Type="http://schemas.openxmlformats.org/officeDocument/2006/relationships/image" Target="../media/image108.png"/><Relationship Id="rId25" Type="http://schemas.openxmlformats.org/officeDocument/2006/relationships/image" Target="../media/image111.png"/><Relationship Id="rId33" Type="http://schemas.openxmlformats.org/officeDocument/2006/relationships/image" Target="../media/image115.png"/><Relationship Id="rId38" Type="http://schemas.openxmlformats.org/officeDocument/2006/relationships/customXml" Target="../ink/ink34.xml"/></Relationships>
</file>

<file path=ppt/slides/_rels/slide9.xml.rels><?xml version="1.0" encoding="UTF-8" standalone="yes"?>
<Relationships xmlns="http://schemas.openxmlformats.org/package/2006/relationships"><Relationship Id="rId8" Type="http://schemas.openxmlformats.org/officeDocument/2006/relationships/customXml" Target="../ink/ink39.xml"/><Relationship Id="rId3" Type="http://schemas.openxmlformats.org/officeDocument/2006/relationships/image" Target="../media/image48.png"/><Relationship Id="rId7"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customXml" Target="../ink/ink38.xml"/><Relationship Id="rId5" Type="http://schemas.openxmlformats.org/officeDocument/2006/relationships/image" Target="../media/image49.png"/><Relationship Id="rId4" Type="http://schemas.openxmlformats.org/officeDocument/2006/relationships/customXml" Target="../ink/ink37.xml"/><Relationship Id="rId9" Type="http://schemas.openxmlformats.org/officeDocument/2006/relationships/image" Target="../media/image51.png"/></Relationships>
</file>

<file path=ppt/slides/_rels/slide1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8E465320-26CB-9C45-9067-A99563693DB0}"/>
              </a:ext>
            </a:extLst>
          </p:cNvPr>
          <p:cNvSpPr>
            <a:spLocks noGrp="1"/>
          </p:cNvSpPr>
          <p:nvPr>
            <p:ph type="ctrTitle"/>
          </p:nvPr>
        </p:nvSpPr>
        <p:spPr/>
        <p:txBody>
          <a:bodyPr/>
          <a:lstStyle/>
          <a:p>
            <a:r>
              <a:rPr lang="en-GB" dirty="0"/>
              <a:t>Lube Oil Systems</a:t>
            </a:r>
          </a:p>
        </p:txBody>
      </p:sp>
      <p:sp>
        <p:nvSpPr>
          <p:cNvPr id="15" name="Subtitle 14">
            <a:extLst>
              <a:ext uri="{FF2B5EF4-FFF2-40B4-BE49-F238E27FC236}">
                <a16:creationId xmlns:a16="http://schemas.microsoft.com/office/drawing/2014/main" id="{727D3E96-43FD-6E41-925C-81E2B99BFD68}"/>
              </a:ext>
            </a:extLst>
          </p:cNvPr>
          <p:cNvSpPr>
            <a:spLocks noGrp="1"/>
          </p:cNvSpPr>
          <p:nvPr>
            <p:ph type="subTitle" idx="1"/>
          </p:nvPr>
        </p:nvSpPr>
        <p:spPr>
          <a:xfrm>
            <a:off x="6605985" y="4343115"/>
            <a:ext cx="5034015" cy="1034081"/>
          </a:xfrm>
        </p:spPr>
        <p:txBody>
          <a:bodyPr/>
          <a:lstStyle/>
          <a:p>
            <a:r>
              <a:rPr lang="en-GB" dirty="0"/>
              <a:t>Tlotliso Branden Nkhahle</a:t>
            </a:r>
          </a:p>
          <a:p>
            <a:r>
              <a:rPr lang="en-GB" dirty="0"/>
              <a:t>Gas Circuit</a:t>
            </a:r>
          </a:p>
          <a:p>
            <a:r>
              <a:rPr lang="en-GB" dirty="0"/>
              <a:t>08/01/2025</a:t>
            </a:r>
          </a:p>
        </p:txBody>
      </p:sp>
      <p:pic>
        <p:nvPicPr>
          <p:cNvPr id="4" name="Picture Placeholder 3" descr="Several images of people in different poses&#10;&#10;Description automatically generated with medium confidence">
            <a:extLst>
              <a:ext uri="{FF2B5EF4-FFF2-40B4-BE49-F238E27FC236}">
                <a16:creationId xmlns:a16="http://schemas.microsoft.com/office/drawing/2014/main" id="{0CFA26AD-8708-363D-F320-B6A28CCF6682}"/>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2633196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230D3-27DF-E15D-0365-CFC897D8D45D}"/>
              </a:ext>
            </a:extLst>
          </p:cNvPr>
          <p:cNvSpPr>
            <a:spLocks noGrp="1"/>
          </p:cNvSpPr>
          <p:nvPr>
            <p:ph type="title"/>
          </p:nvPr>
        </p:nvSpPr>
        <p:spPr/>
        <p:txBody>
          <a:bodyPr/>
          <a:lstStyle/>
          <a:p>
            <a:pPr algn="ctr"/>
            <a:r>
              <a:rPr lang="en-US" dirty="0"/>
              <a:t>Background</a:t>
            </a:r>
          </a:p>
        </p:txBody>
      </p:sp>
      <p:sp>
        <p:nvSpPr>
          <p:cNvPr id="14" name="Content Placeholder 13">
            <a:extLst>
              <a:ext uri="{FF2B5EF4-FFF2-40B4-BE49-F238E27FC236}">
                <a16:creationId xmlns:a16="http://schemas.microsoft.com/office/drawing/2014/main" id="{D885BD96-34CC-E973-CC20-A1E382C2F5FE}"/>
              </a:ext>
            </a:extLst>
          </p:cNvPr>
          <p:cNvSpPr>
            <a:spLocks noGrp="1"/>
          </p:cNvSpPr>
          <p:nvPr>
            <p:ph idx="1"/>
          </p:nvPr>
        </p:nvSpPr>
        <p:spPr/>
        <p:txBody>
          <a:bodyPr/>
          <a:lstStyle/>
          <a:p>
            <a:pPr marL="0" indent="0">
              <a:buNone/>
            </a:pPr>
            <a:r>
              <a:rPr lang="en-US" sz="2000" dirty="0"/>
              <a:t>From December 2024 to January 2025, with the guidance of coaches Karabo and James, I focused on several key objectives which include: </a:t>
            </a:r>
          </a:p>
          <a:p>
            <a:pPr marL="457200" indent="-457200">
              <a:buAutoNum type="arabicPeriod"/>
            </a:pPr>
            <a:r>
              <a:rPr lang="en-US" sz="2000" dirty="0"/>
              <a:t>Understanding the basic principle of lube oil systems</a:t>
            </a:r>
          </a:p>
          <a:p>
            <a:pPr marL="457200" indent="-457200">
              <a:buAutoNum type="arabicPeriod"/>
            </a:pPr>
            <a:r>
              <a:rPr lang="en-US" sz="2000" dirty="0"/>
              <a:t>Study compressor PFDs and instrumentation loop diagrams</a:t>
            </a:r>
          </a:p>
          <a:p>
            <a:pPr marL="457200" indent="-457200">
              <a:buAutoNum type="arabicPeriod"/>
            </a:pPr>
            <a:r>
              <a:rPr lang="en-US" sz="2000" dirty="0"/>
              <a:t> Learn the control and operating philosophy for LOSs in GC.</a:t>
            </a:r>
          </a:p>
          <a:p>
            <a:pPr marL="457200" indent="-457200">
              <a:buAutoNum type="arabicPeriod"/>
            </a:pPr>
            <a:r>
              <a:rPr lang="en-US" sz="2000" dirty="0"/>
              <a:t>Additionally, I investigated transfer systems during normal and unusual conditions, such as power outages, and reviewed the pumps' protection settings.</a:t>
            </a:r>
          </a:p>
          <a:p>
            <a:pPr marL="457200" indent="-457200">
              <a:buAutoNum type="arabicPeriod"/>
            </a:pPr>
            <a:r>
              <a:rPr lang="en-US" sz="2000" dirty="0"/>
              <a:t>And finally understanding what caused the trip of the compressors on April 19</a:t>
            </a:r>
            <a:r>
              <a:rPr lang="en-US" sz="2000" baseline="30000" dirty="0"/>
              <a:t>th</a:t>
            </a:r>
            <a:r>
              <a:rPr lang="en-US" sz="2000" dirty="0"/>
              <a:t> </a:t>
            </a:r>
          </a:p>
        </p:txBody>
      </p:sp>
    </p:spTree>
    <p:extLst>
      <p:ext uri="{BB962C8B-B14F-4D97-AF65-F5344CB8AC3E}">
        <p14:creationId xmlns:p14="http://schemas.microsoft.com/office/powerpoint/2010/main" val="2195961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CA7A7-D97C-FC4E-6238-A9574348EE35}"/>
            </a:ext>
          </a:extLst>
        </p:cNvPr>
        <p:cNvGrpSpPr/>
        <p:nvPr/>
      </p:nvGrpSpPr>
      <p:grpSpPr>
        <a:xfrm>
          <a:off x="0" y="0"/>
          <a:ext cx="0" cy="0"/>
          <a:chOff x="0" y="0"/>
          <a:chExt cx="0" cy="0"/>
        </a:xfrm>
      </p:grpSpPr>
      <p:sp>
        <p:nvSpPr>
          <p:cNvPr id="16" name="Text Placeholder 2">
            <a:extLst>
              <a:ext uri="{FF2B5EF4-FFF2-40B4-BE49-F238E27FC236}">
                <a16:creationId xmlns:a16="http://schemas.microsoft.com/office/drawing/2014/main" id="{F3A75242-B05F-B6D9-4104-19C458D690CC}"/>
              </a:ext>
            </a:extLst>
          </p:cNvPr>
          <p:cNvSpPr>
            <a:spLocks noGrp="1"/>
          </p:cNvSpPr>
          <p:nvPr>
            <p:ph type="body" sz="quarter" idx="15"/>
          </p:nvPr>
        </p:nvSpPr>
        <p:spPr>
          <a:xfrm>
            <a:off x="348611" y="1049033"/>
            <a:ext cx="11508956" cy="346135"/>
          </a:xfrm>
        </p:spPr>
        <p:txBody>
          <a:bodyPr/>
          <a:lstStyle/>
          <a:p>
            <a:endParaRPr lang="en-US"/>
          </a:p>
        </p:txBody>
      </p:sp>
      <p:sp>
        <p:nvSpPr>
          <p:cNvPr id="2" name="Title 1">
            <a:extLst>
              <a:ext uri="{FF2B5EF4-FFF2-40B4-BE49-F238E27FC236}">
                <a16:creationId xmlns:a16="http://schemas.microsoft.com/office/drawing/2014/main" id="{DA057548-8B87-F912-D6E6-9877EBE5D569}"/>
              </a:ext>
            </a:extLst>
          </p:cNvPr>
          <p:cNvSpPr>
            <a:spLocks noGrp="1"/>
          </p:cNvSpPr>
          <p:nvPr>
            <p:ph type="title"/>
          </p:nvPr>
        </p:nvSpPr>
        <p:spPr>
          <a:xfrm>
            <a:off x="334963" y="325048"/>
            <a:ext cx="9956800" cy="719137"/>
          </a:xfrm>
        </p:spPr>
        <p:txBody>
          <a:bodyPr wrap="square" anchor="ctr">
            <a:normAutofit/>
          </a:bodyPr>
          <a:lstStyle/>
          <a:p>
            <a:r>
              <a:rPr lang="en-US"/>
              <a:t>Working Principle of the compressors</a:t>
            </a:r>
          </a:p>
        </p:txBody>
      </p:sp>
      <p:graphicFrame>
        <p:nvGraphicFramePr>
          <p:cNvPr id="4" name="TextBox 1">
            <a:extLst>
              <a:ext uri="{FF2B5EF4-FFF2-40B4-BE49-F238E27FC236}">
                <a16:creationId xmlns:a16="http://schemas.microsoft.com/office/drawing/2014/main" id="{72C94436-D192-98D6-C11E-186B75869428}"/>
              </a:ext>
            </a:extLst>
          </p:cNvPr>
          <p:cNvGraphicFramePr>
            <a:graphicFrameLocks noGrp="1"/>
          </p:cNvGraphicFramePr>
          <p:nvPr>
            <p:ph sz="quarter" idx="14"/>
            <p:extLst>
              <p:ext uri="{D42A27DB-BD31-4B8C-83A1-F6EECF244321}">
                <p14:modId xmlns:p14="http://schemas.microsoft.com/office/powerpoint/2010/main" val="1288035945"/>
              </p:ext>
            </p:extLst>
          </p:nvPr>
        </p:nvGraphicFramePr>
        <p:xfrm>
          <a:off x="334435" y="1484784"/>
          <a:ext cx="11523132" cy="48969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59341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022DE-0D06-4C88-A6B3-3B9CADD75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82F1A-7938-BA3B-55D4-BA8CE1BAA2E8}"/>
              </a:ext>
            </a:extLst>
          </p:cNvPr>
          <p:cNvSpPr>
            <a:spLocks noGrp="1"/>
          </p:cNvSpPr>
          <p:nvPr>
            <p:ph type="title"/>
          </p:nvPr>
        </p:nvSpPr>
        <p:spPr/>
        <p:txBody>
          <a:bodyPr/>
          <a:lstStyle/>
          <a:p>
            <a:pPr algn="ctr"/>
            <a:r>
              <a:rPr lang="en-US" dirty="0"/>
              <a:t>Distribution</a:t>
            </a:r>
          </a:p>
        </p:txBody>
      </p:sp>
      <p:pic>
        <p:nvPicPr>
          <p:cNvPr id="5" name="Content Placeholder 4" descr="A diagram of a car&#10;&#10;Description automatically generated">
            <a:extLst>
              <a:ext uri="{FF2B5EF4-FFF2-40B4-BE49-F238E27FC236}">
                <a16:creationId xmlns:a16="http://schemas.microsoft.com/office/drawing/2014/main" id="{70149F66-6C76-2D15-1A76-64548D8F77CF}"/>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53939" t="-264" r="4540" b="26796"/>
          <a:stretch/>
        </p:blipFill>
        <p:spPr>
          <a:xfrm>
            <a:off x="2207999" y="1044184"/>
            <a:ext cx="7541869" cy="5408815"/>
          </a:xfrm>
        </p:spPr>
      </p:pic>
      <mc:AlternateContent xmlns:mc="http://schemas.openxmlformats.org/markup-compatibility/2006" xmlns:p14="http://schemas.microsoft.com/office/powerpoint/2010/main">
        <mc:Choice Requires="p14">
          <p:contentPart p14:bwMode="auto" r:id="rId4">
            <p14:nvContentPartPr>
              <p14:cNvPr id="17" name="Ink 16">
                <a:extLst>
                  <a:ext uri="{FF2B5EF4-FFF2-40B4-BE49-F238E27FC236}">
                    <a16:creationId xmlns:a16="http://schemas.microsoft.com/office/drawing/2014/main" id="{A407D4FC-BDD7-CDA7-2D3A-A1665F457480}"/>
                  </a:ext>
                </a:extLst>
              </p14:cNvPr>
              <p14:cNvContentPartPr/>
              <p14:nvPr/>
            </p14:nvContentPartPr>
            <p14:xfrm>
              <a:off x="3943482" y="1048991"/>
              <a:ext cx="13320" cy="1722240"/>
            </p14:xfrm>
          </p:contentPart>
        </mc:Choice>
        <mc:Fallback xmlns="">
          <p:pic>
            <p:nvPicPr>
              <p:cNvPr id="17" name="Ink 16">
                <a:extLst>
                  <a:ext uri="{FF2B5EF4-FFF2-40B4-BE49-F238E27FC236}">
                    <a16:creationId xmlns:a16="http://schemas.microsoft.com/office/drawing/2014/main" id="{A407D4FC-BDD7-CDA7-2D3A-A1665F457480}"/>
                  </a:ext>
                </a:extLst>
              </p:cNvPr>
              <p:cNvPicPr/>
              <p:nvPr/>
            </p:nvPicPr>
            <p:blipFill>
              <a:blip r:embed="rId5"/>
              <a:stretch>
                <a:fillRect/>
              </a:stretch>
            </p:blipFill>
            <p:spPr>
              <a:xfrm>
                <a:off x="3925842" y="1031351"/>
                <a:ext cx="48960" cy="1757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3" name="Ink 22">
                <a:extLst>
                  <a:ext uri="{FF2B5EF4-FFF2-40B4-BE49-F238E27FC236}">
                    <a16:creationId xmlns:a16="http://schemas.microsoft.com/office/drawing/2014/main" id="{0D480608-AA8B-E0A7-0B76-491C9E6CC503}"/>
                  </a:ext>
                </a:extLst>
              </p14:cNvPr>
              <p14:cNvContentPartPr/>
              <p14:nvPr/>
            </p14:nvContentPartPr>
            <p14:xfrm>
              <a:off x="3913602" y="2822351"/>
              <a:ext cx="24480" cy="1080"/>
            </p14:xfrm>
          </p:contentPart>
        </mc:Choice>
        <mc:Fallback xmlns="">
          <p:pic>
            <p:nvPicPr>
              <p:cNvPr id="23" name="Ink 22">
                <a:extLst>
                  <a:ext uri="{FF2B5EF4-FFF2-40B4-BE49-F238E27FC236}">
                    <a16:creationId xmlns:a16="http://schemas.microsoft.com/office/drawing/2014/main" id="{0D480608-AA8B-E0A7-0B76-491C9E6CC503}"/>
                  </a:ext>
                </a:extLst>
              </p:cNvPr>
              <p:cNvPicPr/>
              <p:nvPr/>
            </p:nvPicPr>
            <p:blipFill>
              <a:blip r:embed="rId7"/>
              <a:stretch>
                <a:fillRect/>
              </a:stretch>
            </p:blipFill>
            <p:spPr>
              <a:xfrm>
                <a:off x="3895602" y="2804711"/>
                <a:ext cx="6012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9" name="Ink 28">
                <a:extLst>
                  <a:ext uri="{FF2B5EF4-FFF2-40B4-BE49-F238E27FC236}">
                    <a16:creationId xmlns:a16="http://schemas.microsoft.com/office/drawing/2014/main" id="{85337C67-3F92-DE7E-CCEA-EE67C2A37635}"/>
                  </a:ext>
                </a:extLst>
              </p14:cNvPr>
              <p14:cNvContentPartPr/>
              <p14:nvPr/>
            </p14:nvContentPartPr>
            <p14:xfrm>
              <a:off x="7679562" y="3497711"/>
              <a:ext cx="10080" cy="2356200"/>
            </p14:xfrm>
          </p:contentPart>
        </mc:Choice>
        <mc:Fallback xmlns="">
          <p:pic>
            <p:nvPicPr>
              <p:cNvPr id="29" name="Ink 28">
                <a:extLst>
                  <a:ext uri="{FF2B5EF4-FFF2-40B4-BE49-F238E27FC236}">
                    <a16:creationId xmlns:a16="http://schemas.microsoft.com/office/drawing/2014/main" id="{85337C67-3F92-DE7E-CCEA-EE67C2A37635}"/>
                  </a:ext>
                </a:extLst>
              </p:cNvPr>
              <p:cNvPicPr/>
              <p:nvPr/>
            </p:nvPicPr>
            <p:blipFill>
              <a:blip r:embed="rId9"/>
              <a:stretch>
                <a:fillRect/>
              </a:stretch>
            </p:blipFill>
            <p:spPr>
              <a:xfrm>
                <a:off x="7661562" y="3479711"/>
                <a:ext cx="45720" cy="2391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1" name="Ink 30">
                <a:extLst>
                  <a:ext uri="{FF2B5EF4-FFF2-40B4-BE49-F238E27FC236}">
                    <a16:creationId xmlns:a16="http://schemas.microsoft.com/office/drawing/2014/main" id="{310C4BBF-ACDC-F77A-18EC-5A285661D6EB}"/>
                  </a:ext>
                </a:extLst>
              </p14:cNvPr>
              <p14:cNvContentPartPr/>
              <p14:nvPr/>
            </p14:nvContentPartPr>
            <p14:xfrm>
              <a:off x="3946362" y="3485831"/>
              <a:ext cx="3765240" cy="8640"/>
            </p14:xfrm>
          </p:contentPart>
        </mc:Choice>
        <mc:Fallback xmlns="">
          <p:pic>
            <p:nvPicPr>
              <p:cNvPr id="31" name="Ink 30">
                <a:extLst>
                  <a:ext uri="{FF2B5EF4-FFF2-40B4-BE49-F238E27FC236}">
                    <a16:creationId xmlns:a16="http://schemas.microsoft.com/office/drawing/2014/main" id="{310C4BBF-ACDC-F77A-18EC-5A285661D6EB}"/>
                  </a:ext>
                </a:extLst>
              </p:cNvPr>
              <p:cNvPicPr/>
              <p:nvPr/>
            </p:nvPicPr>
            <p:blipFill>
              <a:blip r:embed="rId11"/>
              <a:stretch>
                <a:fillRect/>
              </a:stretch>
            </p:blipFill>
            <p:spPr>
              <a:xfrm>
                <a:off x="3928722" y="3467831"/>
                <a:ext cx="380088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3" name="Ink 32">
                <a:extLst>
                  <a:ext uri="{FF2B5EF4-FFF2-40B4-BE49-F238E27FC236}">
                    <a16:creationId xmlns:a16="http://schemas.microsoft.com/office/drawing/2014/main" id="{E2572FFA-F4D7-2476-F7AC-8B81745CF060}"/>
                  </a:ext>
                </a:extLst>
              </p14:cNvPr>
              <p14:cNvContentPartPr/>
              <p14:nvPr/>
            </p14:nvContentPartPr>
            <p14:xfrm>
              <a:off x="3918642" y="3172631"/>
              <a:ext cx="9720" cy="338040"/>
            </p14:xfrm>
          </p:contentPart>
        </mc:Choice>
        <mc:Fallback xmlns="">
          <p:pic>
            <p:nvPicPr>
              <p:cNvPr id="33" name="Ink 32">
                <a:extLst>
                  <a:ext uri="{FF2B5EF4-FFF2-40B4-BE49-F238E27FC236}">
                    <a16:creationId xmlns:a16="http://schemas.microsoft.com/office/drawing/2014/main" id="{E2572FFA-F4D7-2476-F7AC-8B81745CF060}"/>
                  </a:ext>
                </a:extLst>
              </p:cNvPr>
              <p:cNvPicPr/>
              <p:nvPr/>
            </p:nvPicPr>
            <p:blipFill>
              <a:blip r:embed="rId13"/>
              <a:stretch>
                <a:fillRect/>
              </a:stretch>
            </p:blipFill>
            <p:spPr>
              <a:xfrm>
                <a:off x="3900642" y="3154991"/>
                <a:ext cx="45360" cy="373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5" name="Ink 34">
                <a:extLst>
                  <a:ext uri="{FF2B5EF4-FFF2-40B4-BE49-F238E27FC236}">
                    <a16:creationId xmlns:a16="http://schemas.microsoft.com/office/drawing/2014/main" id="{3D765519-5D8A-985B-4EB7-DC9365102C79}"/>
                  </a:ext>
                </a:extLst>
              </p14:cNvPr>
              <p14:cNvContentPartPr/>
              <p14:nvPr/>
            </p14:nvContentPartPr>
            <p14:xfrm>
              <a:off x="3934482" y="3169751"/>
              <a:ext cx="338400" cy="9000"/>
            </p14:xfrm>
          </p:contentPart>
        </mc:Choice>
        <mc:Fallback xmlns="">
          <p:pic>
            <p:nvPicPr>
              <p:cNvPr id="35" name="Ink 34">
                <a:extLst>
                  <a:ext uri="{FF2B5EF4-FFF2-40B4-BE49-F238E27FC236}">
                    <a16:creationId xmlns:a16="http://schemas.microsoft.com/office/drawing/2014/main" id="{3D765519-5D8A-985B-4EB7-DC9365102C79}"/>
                  </a:ext>
                </a:extLst>
              </p:cNvPr>
              <p:cNvPicPr/>
              <p:nvPr/>
            </p:nvPicPr>
            <p:blipFill>
              <a:blip r:embed="rId15"/>
              <a:stretch>
                <a:fillRect/>
              </a:stretch>
            </p:blipFill>
            <p:spPr>
              <a:xfrm>
                <a:off x="3916842" y="3152111"/>
                <a:ext cx="37404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1" name="Ink 40">
                <a:extLst>
                  <a:ext uri="{FF2B5EF4-FFF2-40B4-BE49-F238E27FC236}">
                    <a16:creationId xmlns:a16="http://schemas.microsoft.com/office/drawing/2014/main" id="{81A15B95-8489-BC67-DD4F-F7809BC6900E}"/>
                  </a:ext>
                </a:extLst>
              </p14:cNvPr>
              <p14:cNvContentPartPr/>
              <p14:nvPr/>
            </p14:nvContentPartPr>
            <p14:xfrm>
              <a:off x="3967602" y="2809391"/>
              <a:ext cx="277920" cy="10080"/>
            </p14:xfrm>
          </p:contentPart>
        </mc:Choice>
        <mc:Fallback xmlns="">
          <p:pic>
            <p:nvPicPr>
              <p:cNvPr id="41" name="Ink 40">
                <a:extLst>
                  <a:ext uri="{FF2B5EF4-FFF2-40B4-BE49-F238E27FC236}">
                    <a16:creationId xmlns:a16="http://schemas.microsoft.com/office/drawing/2014/main" id="{81A15B95-8489-BC67-DD4F-F7809BC6900E}"/>
                  </a:ext>
                </a:extLst>
              </p:cNvPr>
              <p:cNvPicPr/>
              <p:nvPr/>
            </p:nvPicPr>
            <p:blipFill>
              <a:blip r:embed="rId17"/>
              <a:stretch>
                <a:fillRect/>
              </a:stretch>
            </p:blipFill>
            <p:spPr>
              <a:xfrm>
                <a:off x="3949962" y="2791391"/>
                <a:ext cx="3135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3" name="Ink 42">
                <a:extLst>
                  <a:ext uri="{FF2B5EF4-FFF2-40B4-BE49-F238E27FC236}">
                    <a16:creationId xmlns:a16="http://schemas.microsoft.com/office/drawing/2014/main" id="{05802833-3D60-418A-3E7E-E35FAE806617}"/>
                  </a:ext>
                </a:extLst>
              </p14:cNvPr>
              <p14:cNvContentPartPr/>
              <p14:nvPr/>
            </p14:nvContentPartPr>
            <p14:xfrm>
              <a:off x="4247682" y="2825231"/>
              <a:ext cx="12600" cy="344520"/>
            </p14:xfrm>
          </p:contentPart>
        </mc:Choice>
        <mc:Fallback xmlns="">
          <p:pic>
            <p:nvPicPr>
              <p:cNvPr id="43" name="Ink 42">
                <a:extLst>
                  <a:ext uri="{FF2B5EF4-FFF2-40B4-BE49-F238E27FC236}">
                    <a16:creationId xmlns:a16="http://schemas.microsoft.com/office/drawing/2014/main" id="{05802833-3D60-418A-3E7E-E35FAE806617}"/>
                  </a:ext>
                </a:extLst>
              </p:cNvPr>
              <p:cNvPicPr/>
              <p:nvPr/>
            </p:nvPicPr>
            <p:blipFill>
              <a:blip r:embed="rId19"/>
              <a:stretch>
                <a:fillRect/>
              </a:stretch>
            </p:blipFill>
            <p:spPr>
              <a:xfrm>
                <a:off x="4229682" y="2807231"/>
                <a:ext cx="48240" cy="380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5" name="Ink 44">
                <a:extLst>
                  <a:ext uri="{FF2B5EF4-FFF2-40B4-BE49-F238E27FC236}">
                    <a16:creationId xmlns:a16="http://schemas.microsoft.com/office/drawing/2014/main" id="{BB868E03-C60D-FDD0-B94D-61F1DF059529}"/>
                  </a:ext>
                </a:extLst>
              </p14:cNvPr>
              <p14:cNvContentPartPr/>
              <p14:nvPr/>
            </p14:nvContentPartPr>
            <p14:xfrm>
              <a:off x="6952002" y="1048631"/>
              <a:ext cx="17640" cy="761400"/>
            </p14:xfrm>
          </p:contentPart>
        </mc:Choice>
        <mc:Fallback xmlns="">
          <p:pic>
            <p:nvPicPr>
              <p:cNvPr id="45" name="Ink 44">
                <a:extLst>
                  <a:ext uri="{FF2B5EF4-FFF2-40B4-BE49-F238E27FC236}">
                    <a16:creationId xmlns:a16="http://schemas.microsoft.com/office/drawing/2014/main" id="{BB868E03-C60D-FDD0-B94D-61F1DF059529}"/>
                  </a:ext>
                </a:extLst>
              </p:cNvPr>
              <p:cNvPicPr/>
              <p:nvPr/>
            </p:nvPicPr>
            <p:blipFill>
              <a:blip r:embed="rId21"/>
              <a:stretch>
                <a:fillRect/>
              </a:stretch>
            </p:blipFill>
            <p:spPr>
              <a:xfrm>
                <a:off x="6934002" y="1030631"/>
                <a:ext cx="53280" cy="797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7" name="Ink 46">
                <a:extLst>
                  <a:ext uri="{FF2B5EF4-FFF2-40B4-BE49-F238E27FC236}">
                    <a16:creationId xmlns:a16="http://schemas.microsoft.com/office/drawing/2014/main" id="{3A6CCE3F-7AFB-376B-1292-28BE56EFA9C4}"/>
                  </a:ext>
                </a:extLst>
              </p14:cNvPr>
              <p14:cNvContentPartPr/>
              <p14:nvPr/>
            </p14:nvContentPartPr>
            <p14:xfrm>
              <a:off x="6646362" y="4997471"/>
              <a:ext cx="16200" cy="853560"/>
            </p14:xfrm>
          </p:contentPart>
        </mc:Choice>
        <mc:Fallback xmlns="">
          <p:pic>
            <p:nvPicPr>
              <p:cNvPr id="47" name="Ink 46">
                <a:extLst>
                  <a:ext uri="{FF2B5EF4-FFF2-40B4-BE49-F238E27FC236}">
                    <a16:creationId xmlns:a16="http://schemas.microsoft.com/office/drawing/2014/main" id="{3A6CCE3F-7AFB-376B-1292-28BE56EFA9C4}"/>
                  </a:ext>
                </a:extLst>
              </p:cNvPr>
              <p:cNvPicPr/>
              <p:nvPr/>
            </p:nvPicPr>
            <p:blipFill>
              <a:blip r:embed="rId23"/>
              <a:stretch>
                <a:fillRect/>
              </a:stretch>
            </p:blipFill>
            <p:spPr>
              <a:xfrm>
                <a:off x="6628722" y="4979831"/>
                <a:ext cx="51840" cy="889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9" name="Ink 48">
                <a:extLst>
                  <a:ext uri="{FF2B5EF4-FFF2-40B4-BE49-F238E27FC236}">
                    <a16:creationId xmlns:a16="http://schemas.microsoft.com/office/drawing/2014/main" id="{8721E0CB-7D52-CF76-C703-B7C587995B6A}"/>
                  </a:ext>
                </a:extLst>
              </p14:cNvPr>
              <p14:cNvContentPartPr/>
              <p14:nvPr/>
            </p14:nvContentPartPr>
            <p14:xfrm>
              <a:off x="6671922" y="4963631"/>
              <a:ext cx="595080" cy="14760"/>
            </p14:xfrm>
          </p:contentPart>
        </mc:Choice>
        <mc:Fallback xmlns="">
          <p:pic>
            <p:nvPicPr>
              <p:cNvPr id="49" name="Ink 48">
                <a:extLst>
                  <a:ext uri="{FF2B5EF4-FFF2-40B4-BE49-F238E27FC236}">
                    <a16:creationId xmlns:a16="http://schemas.microsoft.com/office/drawing/2014/main" id="{8721E0CB-7D52-CF76-C703-B7C587995B6A}"/>
                  </a:ext>
                </a:extLst>
              </p:cNvPr>
              <p:cNvPicPr/>
              <p:nvPr/>
            </p:nvPicPr>
            <p:blipFill>
              <a:blip r:embed="rId25"/>
              <a:stretch>
                <a:fillRect/>
              </a:stretch>
            </p:blipFill>
            <p:spPr>
              <a:xfrm>
                <a:off x="6654282" y="4945631"/>
                <a:ext cx="63072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7" name="Ink 56">
                <a:extLst>
                  <a:ext uri="{FF2B5EF4-FFF2-40B4-BE49-F238E27FC236}">
                    <a16:creationId xmlns:a16="http://schemas.microsoft.com/office/drawing/2014/main" id="{21D0EE86-723D-6616-5F78-284E70BEB91B}"/>
                  </a:ext>
                </a:extLst>
              </p14:cNvPr>
              <p14:cNvContentPartPr/>
              <p14:nvPr/>
            </p14:nvContentPartPr>
            <p14:xfrm>
              <a:off x="6790362" y="2014871"/>
              <a:ext cx="19440" cy="521640"/>
            </p14:xfrm>
          </p:contentPart>
        </mc:Choice>
        <mc:Fallback xmlns="">
          <p:pic>
            <p:nvPicPr>
              <p:cNvPr id="57" name="Ink 56">
                <a:extLst>
                  <a:ext uri="{FF2B5EF4-FFF2-40B4-BE49-F238E27FC236}">
                    <a16:creationId xmlns:a16="http://schemas.microsoft.com/office/drawing/2014/main" id="{21D0EE86-723D-6616-5F78-284E70BEB91B}"/>
                  </a:ext>
                </a:extLst>
              </p:cNvPr>
              <p:cNvPicPr/>
              <p:nvPr/>
            </p:nvPicPr>
            <p:blipFill>
              <a:blip r:embed="rId27"/>
              <a:stretch>
                <a:fillRect/>
              </a:stretch>
            </p:blipFill>
            <p:spPr>
              <a:xfrm>
                <a:off x="6772722" y="1996871"/>
                <a:ext cx="55080" cy="557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9" name="Ink 58">
                <a:extLst>
                  <a:ext uri="{FF2B5EF4-FFF2-40B4-BE49-F238E27FC236}">
                    <a16:creationId xmlns:a16="http://schemas.microsoft.com/office/drawing/2014/main" id="{FC24A4B7-79BA-E887-EE29-7D2EC592AD77}"/>
                  </a:ext>
                </a:extLst>
              </p14:cNvPr>
              <p14:cNvContentPartPr/>
              <p14:nvPr/>
            </p14:nvContentPartPr>
            <p14:xfrm>
              <a:off x="6791802" y="2507711"/>
              <a:ext cx="498600" cy="6480"/>
            </p14:xfrm>
          </p:contentPart>
        </mc:Choice>
        <mc:Fallback xmlns="">
          <p:pic>
            <p:nvPicPr>
              <p:cNvPr id="59" name="Ink 58">
                <a:extLst>
                  <a:ext uri="{FF2B5EF4-FFF2-40B4-BE49-F238E27FC236}">
                    <a16:creationId xmlns:a16="http://schemas.microsoft.com/office/drawing/2014/main" id="{FC24A4B7-79BA-E887-EE29-7D2EC592AD77}"/>
                  </a:ext>
                </a:extLst>
              </p:cNvPr>
              <p:cNvPicPr/>
              <p:nvPr/>
            </p:nvPicPr>
            <p:blipFill>
              <a:blip r:embed="rId29"/>
              <a:stretch>
                <a:fillRect/>
              </a:stretch>
            </p:blipFill>
            <p:spPr>
              <a:xfrm>
                <a:off x="6774162" y="2490071"/>
                <a:ext cx="53424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1" name="Ink 60">
                <a:extLst>
                  <a:ext uri="{FF2B5EF4-FFF2-40B4-BE49-F238E27FC236}">
                    <a16:creationId xmlns:a16="http://schemas.microsoft.com/office/drawing/2014/main" id="{B902E23C-9566-DBE5-F7F2-263BB1DB91EB}"/>
                  </a:ext>
                </a:extLst>
              </p14:cNvPr>
              <p14:cNvContentPartPr/>
              <p14:nvPr/>
            </p14:nvContentPartPr>
            <p14:xfrm>
              <a:off x="7265202" y="2503751"/>
              <a:ext cx="4680" cy="2428560"/>
            </p14:xfrm>
          </p:contentPart>
        </mc:Choice>
        <mc:Fallback xmlns="">
          <p:pic>
            <p:nvPicPr>
              <p:cNvPr id="61" name="Ink 60">
                <a:extLst>
                  <a:ext uri="{FF2B5EF4-FFF2-40B4-BE49-F238E27FC236}">
                    <a16:creationId xmlns:a16="http://schemas.microsoft.com/office/drawing/2014/main" id="{B902E23C-9566-DBE5-F7F2-263BB1DB91EB}"/>
                  </a:ext>
                </a:extLst>
              </p:cNvPr>
              <p:cNvPicPr/>
              <p:nvPr/>
            </p:nvPicPr>
            <p:blipFill>
              <a:blip r:embed="rId31"/>
              <a:stretch>
                <a:fillRect/>
              </a:stretch>
            </p:blipFill>
            <p:spPr>
              <a:xfrm>
                <a:off x="7247562" y="2485751"/>
                <a:ext cx="40320" cy="2464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2" name="Ink 61">
                <a:extLst>
                  <a:ext uri="{FF2B5EF4-FFF2-40B4-BE49-F238E27FC236}">
                    <a16:creationId xmlns:a16="http://schemas.microsoft.com/office/drawing/2014/main" id="{C5E1F1EE-CE49-C109-6A0B-48C960E28427}"/>
                  </a:ext>
                </a:extLst>
              </p14:cNvPr>
              <p14:cNvContentPartPr/>
              <p14:nvPr/>
            </p14:nvContentPartPr>
            <p14:xfrm>
              <a:off x="7267002" y="4921511"/>
              <a:ext cx="5040" cy="59760"/>
            </p14:xfrm>
          </p:contentPart>
        </mc:Choice>
        <mc:Fallback xmlns="">
          <p:pic>
            <p:nvPicPr>
              <p:cNvPr id="62" name="Ink 61">
                <a:extLst>
                  <a:ext uri="{FF2B5EF4-FFF2-40B4-BE49-F238E27FC236}">
                    <a16:creationId xmlns:a16="http://schemas.microsoft.com/office/drawing/2014/main" id="{C5E1F1EE-CE49-C109-6A0B-48C960E28427}"/>
                  </a:ext>
                </a:extLst>
              </p:cNvPr>
              <p:cNvPicPr/>
              <p:nvPr/>
            </p:nvPicPr>
            <p:blipFill>
              <a:blip r:embed="rId33"/>
              <a:stretch>
                <a:fillRect/>
              </a:stretch>
            </p:blipFill>
            <p:spPr>
              <a:xfrm>
                <a:off x="7249002" y="4903511"/>
                <a:ext cx="40680" cy="95400"/>
              </a:xfrm>
              <a:prstGeom prst="rect">
                <a:avLst/>
              </a:prstGeom>
            </p:spPr>
          </p:pic>
        </mc:Fallback>
      </mc:AlternateContent>
    </p:spTree>
    <p:extLst>
      <p:ext uri="{BB962C8B-B14F-4D97-AF65-F5344CB8AC3E}">
        <p14:creationId xmlns:p14="http://schemas.microsoft.com/office/powerpoint/2010/main" val="2502894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8879F-C6B2-B7A6-F22D-C299C34D45A7}"/>
              </a:ext>
            </a:extLst>
          </p:cNvPr>
          <p:cNvSpPr>
            <a:spLocks noGrp="1"/>
          </p:cNvSpPr>
          <p:nvPr>
            <p:ph type="title"/>
          </p:nvPr>
        </p:nvSpPr>
        <p:spPr/>
        <p:txBody>
          <a:bodyPr/>
          <a:lstStyle/>
          <a:p>
            <a:pPr algn="ctr"/>
            <a:r>
              <a:rPr lang="en-US" dirty="0"/>
              <a:t>Lube Oil System (Slow transfer)</a:t>
            </a:r>
          </a:p>
        </p:txBody>
      </p:sp>
      <p:sp>
        <p:nvSpPr>
          <p:cNvPr id="3" name="Content Placeholder 2">
            <a:extLst>
              <a:ext uri="{FF2B5EF4-FFF2-40B4-BE49-F238E27FC236}">
                <a16:creationId xmlns:a16="http://schemas.microsoft.com/office/drawing/2014/main" id="{D60EE29C-9E1A-E1A9-FCC4-7C377F98694F}"/>
              </a:ext>
            </a:extLst>
          </p:cNvPr>
          <p:cNvSpPr>
            <a:spLocks noGrp="1"/>
          </p:cNvSpPr>
          <p:nvPr>
            <p:ph idx="1"/>
          </p:nvPr>
        </p:nvSpPr>
        <p:spPr>
          <a:xfrm>
            <a:off x="334434" y="1197000"/>
            <a:ext cx="11523132" cy="4909096"/>
          </a:xfrm>
        </p:spPr>
        <p:txBody>
          <a:bodyPr/>
          <a:lstStyle/>
          <a:p>
            <a:pPr marL="0" indent="0">
              <a:buNone/>
            </a:pPr>
            <a:endParaRPr lang="en-US" dirty="0"/>
          </a:p>
        </p:txBody>
      </p:sp>
      <p:pic>
        <p:nvPicPr>
          <p:cNvPr id="7" name="Picture 7"/>
          <p:cNvPicPr>
            <a:picLocks noChangeAspect="1"/>
          </p:cNvPicPr>
          <p:nvPr/>
        </p:nvPicPr>
        <p:blipFill>
          <a:blip r:embed="rId3"/>
          <a:stretch>
            <a:fillRect/>
          </a:stretch>
        </p:blipFill>
        <p:spPr>
          <a:xfrm>
            <a:off x="334434" y="1196999"/>
            <a:ext cx="6337566" cy="4909097"/>
          </a:xfrm>
          <a:prstGeom prst="rect">
            <a:avLst/>
          </a:prstGeom>
        </p:spPr>
      </p:pic>
    </p:spTree>
    <p:extLst>
      <p:ext uri="{BB962C8B-B14F-4D97-AF65-F5344CB8AC3E}">
        <p14:creationId xmlns:p14="http://schemas.microsoft.com/office/powerpoint/2010/main" val="4144454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ABBCB-A1F2-933C-86C3-B3FA37FF5B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A8073-34FE-AF3B-CE96-36FC8D44B9D5}"/>
              </a:ext>
            </a:extLst>
          </p:cNvPr>
          <p:cNvSpPr>
            <a:spLocks noGrp="1"/>
          </p:cNvSpPr>
          <p:nvPr>
            <p:ph type="title"/>
          </p:nvPr>
        </p:nvSpPr>
        <p:spPr/>
        <p:txBody>
          <a:bodyPr/>
          <a:lstStyle/>
          <a:p>
            <a:pPr algn="ctr"/>
            <a:r>
              <a:rPr lang="en-US" dirty="0"/>
              <a:t>Reacceleration Scheme schematic and staggered timers</a:t>
            </a:r>
          </a:p>
        </p:txBody>
      </p:sp>
      <p:pic>
        <p:nvPicPr>
          <p:cNvPr id="4" name="Content Placeholder 3">
            <a:extLst>
              <a:ext uri="{FF2B5EF4-FFF2-40B4-BE49-F238E27FC236}">
                <a16:creationId xmlns:a16="http://schemas.microsoft.com/office/drawing/2014/main" id="{81AFD1BF-E7CD-4F6A-5F87-C5101D59C02D}"/>
              </a:ext>
            </a:extLst>
          </p:cNvPr>
          <p:cNvPicPr>
            <a:picLocks noGrp="1" noChangeAspect="1"/>
          </p:cNvPicPr>
          <p:nvPr>
            <p:ph idx="1"/>
          </p:nvPr>
        </p:nvPicPr>
        <p:blipFill rotWithShape="1">
          <a:blip r:embed="rId3"/>
          <a:srcRect t="7361" r="18439"/>
          <a:stretch/>
        </p:blipFill>
        <p:spPr>
          <a:xfrm>
            <a:off x="624000" y="1269000"/>
            <a:ext cx="3852518" cy="3735185"/>
          </a:xfrm>
        </p:spPr>
      </p:pic>
      <p:pic>
        <p:nvPicPr>
          <p:cNvPr id="7" name="Picture 6" descr="A screenshot of a notebook&#10;&#10;Description automatically generated">
            <a:extLst>
              <a:ext uri="{FF2B5EF4-FFF2-40B4-BE49-F238E27FC236}">
                <a16:creationId xmlns:a16="http://schemas.microsoft.com/office/drawing/2014/main" id="{A74EA54B-0148-86CF-E984-178B78EDD72B}"/>
              </a:ext>
            </a:extLst>
          </p:cNvPr>
          <p:cNvPicPr>
            <a:picLocks noChangeAspect="1"/>
          </p:cNvPicPr>
          <p:nvPr/>
        </p:nvPicPr>
        <p:blipFill>
          <a:blip r:embed="rId4">
            <a:extLst>
              <a:ext uri="{28A0092B-C50C-407E-A947-70E740481C1C}">
                <a14:useLocalDpi xmlns:a14="http://schemas.microsoft.com/office/drawing/2010/main" val="0"/>
              </a:ext>
            </a:extLst>
          </a:blip>
          <a:srcRect l="-1794" t="-634" r="339" b="47473"/>
          <a:stretch/>
        </p:blipFill>
        <p:spPr>
          <a:xfrm>
            <a:off x="5275504" y="994568"/>
            <a:ext cx="6572017" cy="4868863"/>
          </a:xfrm>
          <a:prstGeom prst="rect">
            <a:avLst/>
          </a:prstGeom>
        </p:spPr>
      </p:pic>
    </p:spTree>
    <p:extLst>
      <p:ext uri="{BB962C8B-B14F-4D97-AF65-F5344CB8AC3E}">
        <p14:creationId xmlns:p14="http://schemas.microsoft.com/office/powerpoint/2010/main" val="1388563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54F1A-B387-7577-D1DC-A0A8149A6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A95F5A-E86A-00D6-3007-00B5778F586D}"/>
              </a:ext>
            </a:extLst>
          </p:cNvPr>
          <p:cNvSpPr>
            <a:spLocks noGrp="1"/>
          </p:cNvSpPr>
          <p:nvPr>
            <p:ph type="title"/>
          </p:nvPr>
        </p:nvSpPr>
        <p:spPr/>
        <p:txBody>
          <a:bodyPr/>
          <a:lstStyle/>
          <a:p>
            <a:pPr algn="ctr"/>
            <a:r>
              <a:rPr lang="en-US" dirty="0"/>
              <a:t>Protective measures</a:t>
            </a:r>
          </a:p>
        </p:txBody>
      </p:sp>
      <p:pic>
        <p:nvPicPr>
          <p:cNvPr id="4" name="Picture 12">
            <a:extLst>
              <a:ext uri="{FF2B5EF4-FFF2-40B4-BE49-F238E27FC236}">
                <a16:creationId xmlns:a16="http://schemas.microsoft.com/office/drawing/2014/main" id="{77D8BB9C-6774-31FE-9EE2-35713CABA78B}"/>
              </a:ext>
            </a:extLst>
          </p:cNvPr>
          <p:cNvPicPr>
            <a:picLocks noGrp="1" noChangeAspect="1"/>
          </p:cNvPicPr>
          <p:nvPr>
            <p:ph idx="1"/>
          </p:nvPr>
        </p:nvPicPr>
        <p:blipFill>
          <a:blip r:embed="rId3"/>
          <a:stretch>
            <a:fillRect/>
          </a:stretch>
        </p:blipFill>
        <p:spPr>
          <a:xfrm>
            <a:off x="768000" y="1044185"/>
            <a:ext cx="5328000" cy="5479717"/>
          </a:xfrm>
          <a:prstGeom prst="rect">
            <a:avLst/>
          </a:prstGeom>
        </p:spPr>
      </p:pic>
      <mc:AlternateContent xmlns:mc="http://schemas.openxmlformats.org/markup-compatibility/2006" xmlns:p14="http://schemas.microsoft.com/office/powerpoint/2010/main">
        <mc:Choice Requires="p14">
          <p:contentPart p14:bwMode="auto" r:id="rId4">
            <p14:nvContentPartPr>
              <p14:cNvPr id="48" name="Ink 47">
                <a:extLst>
                  <a:ext uri="{FF2B5EF4-FFF2-40B4-BE49-F238E27FC236}">
                    <a16:creationId xmlns:a16="http://schemas.microsoft.com/office/drawing/2014/main" id="{53A1279E-86AB-4A90-7F07-E1BB8CCE62CD}"/>
                  </a:ext>
                </a:extLst>
              </p14:cNvPr>
              <p14:cNvContentPartPr/>
              <p14:nvPr/>
            </p14:nvContentPartPr>
            <p14:xfrm>
              <a:off x="8974848" y="1845789"/>
              <a:ext cx="9000" cy="1440"/>
            </p14:xfrm>
          </p:contentPart>
        </mc:Choice>
        <mc:Fallback xmlns="">
          <p:pic>
            <p:nvPicPr>
              <p:cNvPr id="48" name="Ink 47">
                <a:extLst>
                  <a:ext uri="{FF2B5EF4-FFF2-40B4-BE49-F238E27FC236}">
                    <a16:creationId xmlns:a16="http://schemas.microsoft.com/office/drawing/2014/main" id="{53A1279E-86AB-4A90-7F07-E1BB8CCE62CD}"/>
                  </a:ext>
                </a:extLst>
              </p:cNvPr>
              <p:cNvPicPr/>
              <p:nvPr/>
            </p:nvPicPr>
            <p:blipFill>
              <a:blip r:embed="rId5"/>
              <a:stretch>
                <a:fillRect/>
              </a:stretch>
            </p:blipFill>
            <p:spPr>
              <a:xfrm>
                <a:off x="8968728" y="1839669"/>
                <a:ext cx="21240" cy="13680"/>
              </a:xfrm>
              <a:prstGeom prst="rect">
                <a:avLst/>
              </a:prstGeom>
            </p:spPr>
          </p:pic>
        </mc:Fallback>
      </mc:AlternateContent>
      <p:sp>
        <p:nvSpPr>
          <p:cNvPr id="3" name="TextBox 2">
            <a:extLst>
              <a:ext uri="{FF2B5EF4-FFF2-40B4-BE49-F238E27FC236}">
                <a16:creationId xmlns:a16="http://schemas.microsoft.com/office/drawing/2014/main" id="{C6979323-A6C1-4475-23C1-0E11892C5D47}"/>
              </a:ext>
            </a:extLst>
          </p:cNvPr>
          <p:cNvSpPr txBox="1"/>
          <p:nvPr/>
        </p:nvSpPr>
        <p:spPr>
          <a:xfrm>
            <a:off x="4656000" y="3429000"/>
            <a:ext cx="6408000" cy="1754326"/>
          </a:xfrm>
          <a:prstGeom prst="rect">
            <a:avLst/>
          </a:prstGeom>
          <a:noFill/>
        </p:spPr>
        <p:txBody>
          <a:bodyPr wrap="square" rtlCol="0">
            <a:spAutoFit/>
          </a:bodyPr>
          <a:lstStyle/>
          <a:p>
            <a:r>
              <a:rPr lang="en-ZA" dirty="0"/>
              <a:t>These are some of the devices used to protect the motor from the short circuit current</a:t>
            </a:r>
          </a:p>
          <a:p>
            <a:pPr marL="285750" indent="-285750">
              <a:buFont typeface="Arial" panose="020B0604020202020204" pitchFamily="34" charset="0"/>
              <a:buChar char="•"/>
            </a:pPr>
            <a:r>
              <a:rPr lang="en-ZA" dirty="0"/>
              <a:t>Fuse TKF-250A</a:t>
            </a:r>
          </a:p>
          <a:p>
            <a:pPr marL="285750" indent="-285750">
              <a:buFont typeface="Arial" panose="020B0604020202020204" pitchFamily="34" charset="0"/>
              <a:buChar char="•"/>
            </a:pPr>
            <a:r>
              <a:rPr lang="en-ZA" dirty="0"/>
              <a:t>CTs and VTs</a:t>
            </a:r>
          </a:p>
          <a:p>
            <a:pPr marL="285750" indent="-285750">
              <a:buFont typeface="Arial" panose="020B0604020202020204" pitchFamily="34" charset="0"/>
              <a:buChar char="•"/>
            </a:pPr>
            <a:r>
              <a:rPr lang="en-ZA" dirty="0"/>
              <a:t>Relays and cabling</a:t>
            </a:r>
          </a:p>
          <a:p>
            <a:endParaRPr lang="en-ZA"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2991365-86A9-AAB1-38AA-558C891A4A93}"/>
                  </a:ext>
                </a:extLst>
              </p:cNvPr>
              <p:cNvSpPr txBox="1"/>
              <p:nvPr/>
            </p:nvSpPr>
            <p:spPr>
              <a:xfrm>
                <a:off x="5313363" y="1845789"/>
                <a:ext cx="2501637" cy="12186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ZA" i="1" smtClean="0">
                              <a:solidFill>
                                <a:srgbClr val="836967"/>
                              </a:solidFill>
                              <a:latin typeface="Cambria Math" panose="02040503050406030204" pitchFamily="18" charset="0"/>
                            </a:rPr>
                          </m:ctrlPr>
                        </m:sSubPr>
                        <m:e>
                          <m:r>
                            <a:rPr lang="en-ZA" i="1" smtClean="0">
                              <a:latin typeface="Cambria Math" panose="02040503050406030204" pitchFamily="18" charset="0"/>
                            </a:rPr>
                            <m:t>𝐼</m:t>
                          </m:r>
                        </m:e>
                        <m:sub>
                          <m:r>
                            <a:rPr lang="en-ZA" b="0" i="1" smtClean="0">
                              <a:latin typeface="Cambria Math" panose="02040503050406030204" pitchFamily="18" charset="0"/>
                            </a:rPr>
                            <m:t>𝑠𝑐</m:t>
                          </m:r>
                        </m:sub>
                      </m:sSub>
                      <m:r>
                        <a:rPr lang="en-ZA" i="1" smtClean="0">
                          <a:latin typeface="Cambria Math" panose="02040503050406030204" pitchFamily="18" charset="0"/>
                        </a:rPr>
                        <m:t>=</m:t>
                      </m:r>
                      <m:f>
                        <m:fPr>
                          <m:ctrlPr>
                            <a:rPr lang="en-ZA" i="1" smtClean="0">
                              <a:solidFill>
                                <a:srgbClr val="836967"/>
                              </a:solidFill>
                              <a:latin typeface="Cambria Math" panose="02040503050406030204" pitchFamily="18" charset="0"/>
                            </a:rPr>
                          </m:ctrlPr>
                        </m:fPr>
                        <m:num>
                          <m:r>
                            <a:rPr lang="en-ZA" b="0" i="1" smtClean="0">
                              <a:solidFill>
                                <a:srgbClr val="836967"/>
                              </a:solidFill>
                              <a:latin typeface="Cambria Math" panose="02040503050406030204" pitchFamily="18" charset="0"/>
                            </a:rPr>
                            <m:t>𝑉</m:t>
                          </m:r>
                          <m:r>
                            <a:rPr lang="en-ZA" i="1" smtClean="0">
                              <a:latin typeface="Cambria Math" panose="02040503050406030204" pitchFamily="18" charset="0"/>
                            </a:rPr>
                            <m:t>𝐴</m:t>
                          </m:r>
                        </m:num>
                        <m:den>
                          <m:rad>
                            <m:radPr>
                              <m:degHide m:val="on"/>
                              <m:ctrlPr>
                                <a:rPr lang="en-ZA" i="1" smtClean="0">
                                  <a:solidFill>
                                    <a:srgbClr val="836967"/>
                                  </a:solidFill>
                                  <a:latin typeface="Cambria Math" panose="02040503050406030204" pitchFamily="18" charset="0"/>
                                </a:rPr>
                              </m:ctrlPr>
                            </m:radPr>
                            <m:deg/>
                            <m:e>
                              <m:r>
                                <a:rPr lang="en-ZA" i="1" smtClean="0">
                                  <a:latin typeface="Cambria Math" panose="02040503050406030204" pitchFamily="18" charset="0"/>
                                </a:rPr>
                                <m:t>3</m:t>
                              </m:r>
                            </m:e>
                          </m:rad>
                          <m:r>
                            <a:rPr lang="en-ZA" i="1" smtClean="0">
                              <a:latin typeface="Cambria Math" panose="02040503050406030204" pitchFamily="18" charset="0"/>
                            </a:rPr>
                            <m:t>×525</m:t>
                          </m:r>
                          <m:r>
                            <a:rPr lang="en-ZA" i="1" smtClean="0">
                              <a:latin typeface="Cambria Math" panose="02040503050406030204" pitchFamily="18" charset="0"/>
                              <a:ea typeface="Cambria Math" panose="02040503050406030204" pitchFamily="18" charset="0"/>
                            </a:rPr>
                            <m:t>×</m:t>
                          </m:r>
                          <m:r>
                            <a:rPr lang="en-ZA" i="1" smtClean="0">
                              <a:latin typeface="Cambria Math" panose="02040503050406030204" pitchFamily="18" charset="0"/>
                            </a:rPr>
                            <m:t>%</m:t>
                          </m:r>
                          <m:r>
                            <a:rPr lang="en-ZA" i="1" smtClean="0">
                              <a:latin typeface="Cambria Math" panose="02040503050406030204" pitchFamily="18" charset="0"/>
                            </a:rPr>
                            <m:t>𝑧</m:t>
                          </m:r>
                        </m:den>
                      </m:f>
                    </m:oMath>
                  </m:oMathPara>
                </a14:m>
                <a:endParaRPr lang="en-ZA" dirty="0"/>
              </a:p>
              <a:p>
                <a:endParaRPr lang="en-ZA" i="1" dirty="0">
                  <a:solidFill>
                    <a:srgbClr val="836967"/>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ZA" i="1" smtClean="0">
                              <a:solidFill>
                                <a:srgbClr val="836967"/>
                              </a:solidFill>
                              <a:latin typeface="Cambria Math" panose="02040503050406030204" pitchFamily="18" charset="0"/>
                            </a:rPr>
                          </m:ctrlPr>
                        </m:sSubPr>
                        <m:e>
                          <m:r>
                            <a:rPr lang="en-ZA" i="1" smtClean="0">
                              <a:latin typeface="Cambria Math" panose="02040503050406030204" pitchFamily="18" charset="0"/>
                            </a:rPr>
                            <m:t>𝐼</m:t>
                          </m:r>
                        </m:e>
                        <m:sub>
                          <m:r>
                            <a:rPr lang="en-ZA" i="1" smtClean="0">
                              <a:latin typeface="Cambria Math" panose="02040503050406030204" pitchFamily="18" charset="0"/>
                            </a:rPr>
                            <m:t>𝑠</m:t>
                          </m:r>
                          <m:r>
                            <a:rPr lang="en-ZA" b="0" i="1" smtClean="0">
                              <a:latin typeface="Cambria Math" panose="02040503050406030204" pitchFamily="18" charset="0"/>
                            </a:rPr>
                            <m:t>𝑐</m:t>
                          </m:r>
                        </m:sub>
                      </m:sSub>
                      <m:r>
                        <a:rPr lang="en-ZA" i="1" smtClean="0">
                          <a:latin typeface="Cambria Math" panose="02040503050406030204" pitchFamily="18" charset="0"/>
                        </a:rPr>
                        <m:t>=37</m:t>
                      </m:r>
                      <m:r>
                        <a:rPr lang="en-ZA" i="1" smtClean="0">
                          <a:latin typeface="Cambria Math" panose="02040503050406030204" pitchFamily="18" charset="0"/>
                        </a:rPr>
                        <m:t>𝑘𝐴</m:t>
                      </m:r>
                    </m:oMath>
                  </m:oMathPara>
                </a14:m>
                <a:endParaRPr lang="en-ZA" dirty="0"/>
              </a:p>
            </p:txBody>
          </p:sp>
        </mc:Choice>
        <mc:Fallback xmlns="">
          <p:sp>
            <p:nvSpPr>
              <p:cNvPr id="12" name="TextBox 11">
                <a:extLst>
                  <a:ext uri="{FF2B5EF4-FFF2-40B4-BE49-F238E27FC236}">
                    <a16:creationId xmlns:a16="http://schemas.microsoft.com/office/drawing/2014/main" id="{A2991365-86A9-AAB1-38AA-558C891A4A93}"/>
                  </a:ext>
                </a:extLst>
              </p:cNvPr>
              <p:cNvSpPr txBox="1">
                <a:spLocks noRot="1" noChangeAspect="1" noMove="1" noResize="1" noEditPoints="1" noAdjustHandles="1" noChangeArrowheads="1" noChangeShapeType="1" noTextEdit="1"/>
              </p:cNvSpPr>
              <p:nvPr/>
            </p:nvSpPr>
            <p:spPr>
              <a:xfrm>
                <a:off x="5313363" y="1845789"/>
                <a:ext cx="2501637" cy="1218603"/>
              </a:xfrm>
              <a:prstGeom prst="rect">
                <a:avLst/>
              </a:prstGeom>
              <a:blipFill>
                <a:blip r:embed="rId6"/>
                <a:stretch>
                  <a:fillRect/>
                </a:stretch>
              </a:blipFill>
            </p:spPr>
            <p:txBody>
              <a:bodyPr/>
              <a:lstStyle/>
              <a:p>
                <a:r>
                  <a:rPr lang="en-ZA">
                    <a:noFill/>
                  </a:rPr>
                  <a:t> </a:t>
                </a:r>
              </a:p>
            </p:txBody>
          </p:sp>
        </mc:Fallback>
      </mc:AlternateContent>
    </p:spTree>
    <p:extLst>
      <p:ext uri="{BB962C8B-B14F-4D97-AF65-F5344CB8AC3E}">
        <p14:creationId xmlns:p14="http://schemas.microsoft.com/office/powerpoint/2010/main" val="3360575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E795B-D5DD-6E79-C5B0-1BE480975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4F9DD4-E81B-76AE-3E2E-B7F52E04A3B4}"/>
              </a:ext>
            </a:extLst>
          </p:cNvPr>
          <p:cNvSpPr>
            <a:spLocks noGrp="1"/>
          </p:cNvSpPr>
          <p:nvPr>
            <p:ph type="title"/>
          </p:nvPr>
        </p:nvSpPr>
        <p:spPr/>
        <p:txBody>
          <a:bodyPr/>
          <a:lstStyle/>
          <a:p>
            <a:pPr algn="ctr"/>
            <a:r>
              <a:rPr lang="en-US" dirty="0"/>
              <a:t>Let through current by the fuse</a:t>
            </a:r>
          </a:p>
        </p:txBody>
      </p:sp>
      <p:pic>
        <p:nvPicPr>
          <p:cNvPr id="14" name="Picture 14"/>
          <p:cNvPicPr>
            <a:picLocks noGrp="1" noChangeAspect="1"/>
          </p:cNvPicPr>
          <p:nvPr>
            <p:ph idx="1"/>
          </p:nvPr>
        </p:nvPicPr>
        <p:blipFill>
          <a:blip r:embed="rId3"/>
          <a:stretch>
            <a:fillRect/>
          </a:stretch>
        </p:blipFill>
        <p:spPr>
          <a:xfrm>
            <a:off x="120000" y="1044185"/>
            <a:ext cx="10872000" cy="5192815"/>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CA2DF2A3-0931-972E-E2F2-46329C0EA27A}"/>
                  </a:ext>
                </a:extLst>
              </p14:cNvPr>
              <p14:cNvContentPartPr/>
              <p14:nvPr/>
            </p14:nvContentPartPr>
            <p14:xfrm>
              <a:off x="7193322" y="6001151"/>
              <a:ext cx="4320" cy="80640"/>
            </p14:xfrm>
          </p:contentPart>
        </mc:Choice>
        <mc:Fallback xmlns="">
          <p:pic>
            <p:nvPicPr>
              <p:cNvPr id="5" name="Ink 4">
                <a:extLst>
                  <a:ext uri="{FF2B5EF4-FFF2-40B4-BE49-F238E27FC236}">
                    <a16:creationId xmlns:a16="http://schemas.microsoft.com/office/drawing/2014/main" id="{CA2DF2A3-0931-972E-E2F2-46329C0EA27A}"/>
                  </a:ext>
                </a:extLst>
              </p:cNvPr>
              <p:cNvPicPr/>
              <p:nvPr/>
            </p:nvPicPr>
            <p:blipFill>
              <a:blip r:embed="rId5"/>
              <a:stretch>
                <a:fillRect/>
              </a:stretch>
            </p:blipFill>
            <p:spPr>
              <a:xfrm>
                <a:off x="7187202" y="5995031"/>
                <a:ext cx="16560" cy="92880"/>
              </a:xfrm>
              <a:prstGeom prst="rect">
                <a:avLst/>
              </a:prstGeom>
            </p:spPr>
          </p:pic>
        </mc:Fallback>
      </mc:AlternateContent>
      <p:grpSp>
        <p:nvGrpSpPr>
          <p:cNvPr id="21" name="Group 20">
            <a:extLst>
              <a:ext uri="{FF2B5EF4-FFF2-40B4-BE49-F238E27FC236}">
                <a16:creationId xmlns:a16="http://schemas.microsoft.com/office/drawing/2014/main" id="{E4651E4D-FEBA-E334-B887-FE56804A2303}"/>
              </a:ext>
            </a:extLst>
          </p:cNvPr>
          <p:cNvGrpSpPr/>
          <p:nvPr/>
        </p:nvGrpSpPr>
        <p:grpSpPr>
          <a:xfrm>
            <a:off x="7021602" y="6121391"/>
            <a:ext cx="331560" cy="164520"/>
            <a:chOff x="7021602" y="6121391"/>
            <a:chExt cx="331560" cy="164520"/>
          </a:xfrm>
        </p:grpSpPr>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7D8C6291-D7ED-05AE-1AD3-098BDF7879FB}"/>
                    </a:ext>
                  </a:extLst>
                </p14:cNvPr>
                <p14:cNvContentPartPr/>
                <p14:nvPr/>
              </p14:nvContentPartPr>
              <p14:xfrm>
                <a:off x="7061202" y="6148391"/>
                <a:ext cx="360" cy="360"/>
              </p14:xfrm>
            </p:contentPart>
          </mc:Choice>
          <mc:Fallback xmlns="">
            <p:pic>
              <p:nvPicPr>
                <p:cNvPr id="8" name="Ink 7">
                  <a:extLst>
                    <a:ext uri="{FF2B5EF4-FFF2-40B4-BE49-F238E27FC236}">
                      <a16:creationId xmlns:a16="http://schemas.microsoft.com/office/drawing/2014/main" id="{7D8C6291-D7ED-05AE-1AD3-098BDF7879FB}"/>
                    </a:ext>
                  </a:extLst>
                </p:cNvPr>
                <p:cNvPicPr/>
                <p:nvPr/>
              </p:nvPicPr>
              <p:blipFill>
                <a:blip r:embed="rId7"/>
                <a:stretch>
                  <a:fillRect/>
                </a:stretch>
              </p:blipFill>
              <p:spPr>
                <a:xfrm>
                  <a:off x="7055082" y="614227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EF94BD1D-A88E-77E5-4A46-674DE1EF31E8}"/>
                    </a:ext>
                  </a:extLst>
                </p14:cNvPr>
                <p14:cNvContentPartPr/>
                <p14:nvPr/>
              </p14:nvContentPartPr>
              <p14:xfrm>
                <a:off x="7057602" y="6121391"/>
                <a:ext cx="61200" cy="81720"/>
              </p14:xfrm>
            </p:contentPart>
          </mc:Choice>
          <mc:Fallback xmlns="">
            <p:pic>
              <p:nvPicPr>
                <p:cNvPr id="9" name="Ink 8">
                  <a:extLst>
                    <a:ext uri="{FF2B5EF4-FFF2-40B4-BE49-F238E27FC236}">
                      <a16:creationId xmlns:a16="http://schemas.microsoft.com/office/drawing/2014/main" id="{EF94BD1D-A88E-77E5-4A46-674DE1EF31E8}"/>
                    </a:ext>
                  </a:extLst>
                </p:cNvPr>
                <p:cNvPicPr/>
                <p:nvPr/>
              </p:nvPicPr>
              <p:blipFill>
                <a:blip r:embed="rId9"/>
                <a:stretch>
                  <a:fillRect/>
                </a:stretch>
              </p:blipFill>
              <p:spPr>
                <a:xfrm>
                  <a:off x="7051482" y="6115271"/>
                  <a:ext cx="7344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20607BAF-4037-DDFC-2F17-23C3F66A4B0D}"/>
                    </a:ext>
                  </a:extLst>
                </p14:cNvPr>
                <p14:cNvContentPartPr/>
                <p14:nvPr/>
              </p14:nvContentPartPr>
              <p14:xfrm>
                <a:off x="7021602" y="6200591"/>
                <a:ext cx="119520" cy="71640"/>
              </p14:xfrm>
            </p:contentPart>
          </mc:Choice>
          <mc:Fallback xmlns="">
            <p:pic>
              <p:nvPicPr>
                <p:cNvPr id="10" name="Ink 9">
                  <a:extLst>
                    <a:ext uri="{FF2B5EF4-FFF2-40B4-BE49-F238E27FC236}">
                      <a16:creationId xmlns:a16="http://schemas.microsoft.com/office/drawing/2014/main" id="{20607BAF-4037-DDFC-2F17-23C3F66A4B0D}"/>
                    </a:ext>
                  </a:extLst>
                </p:cNvPr>
                <p:cNvPicPr/>
                <p:nvPr/>
              </p:nvPicPr>
              <p:blipFill>
                <a:blip r:embed="rId11"/>
                <a:stretch>
                  <a:fillRect/>
                </a:stretch>
              </p:blipFill>
              <p:spPr>
                <a:xfrm>
                  <a:off x="7015482" y="6194471"/>
                  <a:ext cx="13176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9D4308F8-2694-7DAA-7D32-E1EEDB88AB00}"/>
                    </a:ext>
                  </a:extLst>
                </p14:cNvPr>
                <p14:cNvContentPartPr/>
                <p14:nvPr/>
              </p14:nvContentPartPr>
              <p14:xfrm>
                <a:off x="7138962" y="6128231"/>
                <a:ext cx="81000" cy="26280"/>
              </p14:xfrm>
            </p:contentPart>
          </mc:Choice>
          <mc:Fallback xmlns="">
            <p:pic>
              <p:nvPicPr>
                <p:cNvPr id="12" name="Ink 11">
                  <a:extLst>
                    <a:ext uri="{FF2B5EF4-FFF2-40B4-BE49-F238E27FC236}">
                      <a16:creationId xmlns:a16="http://schemas.microsoft.com/office/drawing/2014/main" id="{9D4308F8-2694-7DAA-7D32-E1EEDB88AB00}"/>
                    </a:ext>
                  </a:extLst>
                </p:cNvPr>
                <p:cNvPicPr/>
                <p:nvPr/>
              </p:nvPicPr>
              <p:blipFill>
                <a:blip r:embed="rId13"/>
                <a:stretch>
                  <a:fillRect/>
                </a:stretch>
              </p:blipFill>
              <p:spPr>
                <a:xfrm>
                  <a:off x="7132842" y="6122111"/>
                  <a:ext cx="9324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71E6D2DC-DCF7-BB2E-897A-43D4C873DCFC}"/>
                    </a:ext>
                  </a:extLst>
                </p14:cNvPr>
                <p14:cNvContentPartPr/>
                <p14:nvPr/>
              </p14:nvContentPartPr>
              <p14:xfrm>
                <a:off x="7189362" y="6157031"/>
                <a:ext cx="29160" cy="128880"/>
              </p14:xfrm>
            </p:contentPart>
          </mc:Choice>
          <mc:Fallback xmlns="">
            <p:pic>
              <p:nvPicPr>
                <p:cNvPr id="13" name="Ink 12">
                  <a:extLst>
                    <a:ext uri="{FF2B5EF4-FFF2-40B4-BE49-F238E27FC236}">
                      <a16:creationId xmlns:a16="http://schemas.microsoft.com/office/drawing/2014/main" id="{71E6D2DC-DCF7-BB2E-897A-43D4C873DCFC}"/>
                    </a:ext>
                  </a:extLst>
                </p:cNvPr>
                <p:cNvPicPr/>
                <p:nvPr/>
              </p:nvPicPr>
              <p:blipFill>
                <a:blip r:embed="rId15"/>
                <a:stretch>
                  <a:fillRect/>
                </a:stretch>
              </p:blipFill>
              <p:spPr>
                <a:xfrm>
                  <a:off x="7183242" y="6150911"/>
                  <a:ext cx="4140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D7A6937B-1B3A-C069-130C-4A4FBC940325}"/>
                    </a:ext>
                  </a:extLst>
                </p14:cNvPr>
                <p14:cNvContentPartPr/>
                <p14:nvPr/>
              </p14:nvContentPartPr>
              <p14:xfrm>
                <a:off x="7142202" y="6191591"/>
                <a:ext cx="79200" cy="9720"/>
              </p14:xfrm>
            </p:contentPart>
          </mc:Choice>
          <mc:Fallback xmlns="">
            <p:pic>
              <p:nvPicPr>
                <p:cNvPr id="16" name="Ink 15">
                  <a:extLst>
                    <a:ext uri="{FF2B5EF4-FFF2-40B4-BE49-F238E27FC236}">
                      <a16:creationId xmlns:a16="http://schemas.microsoft.com/office/drawing/2014/main" id="{D7A6937B-1B3A-C069-130C-4A4FBC940325}"/>
                    </a:ext>
                  </a:extLst>
                </p:cNvPr>
                <p:cNvPicPr/>
                <p:nvPr/>
              </p:nvPicPr>
              <p:blipFill>
                <a:blip r:embed="rId17"/>
                <a:stretch>
                  <a:fillRect/>
                </a:stretch>
              </p:blipFill>
              <p:spPr>
                <a:xfrm>
                  <a:off x="7136082" y="6185471"/>
                  <a:ext cx="9144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D2CB66CA-8C4D-F50A-0215-E8D1284E96BB}"/>
                    </a:ext>
                  </a:extLst>
                </p14:cNvPr>
                <p14:cNvContentPartPr/>
                <p14:nvPr/>
              </p14:nvContentPartPr>
              <p14:xfrm>
                <a:off x="7222842" y="6191591"/>
                <a:ext cx="12600" cy="1440"/>
              </p14:xfrm>
            </p:contentPart>
          </mc:Choice>
          <mc:Fallback xmlns="">
            <p:pic>
              <p:nvPicPr>
                <p:cNvPr id="17" name="Ink 16">
                  <a:extLst>
                    <a:ext uri="{FF2B5EF4-FFF2-40B4-BE49-F238E27FC236}">
                      <a16:creationId xmlns:a16="http://schemas.microsoft.com/office/drawing/2014/main" id="{D2CB66CA-8C4D-F50A-0215-E8D1284E96BB}"/>
                    </a:ext>
                  </a:extLst>
                </p:cNvPr>
                <p:cNvPicPr/>
                <p:nvPr/>
              </p:nvPicPr>
              <p:blipFill>
                <a:blip r:embed="rId19"/>
                <a:stretch>
                  <a:fillRect/>
                </a:stretch>
              </p:blipFill>
              <p:spPr>
                <a:xfrm>
                  <a:off x="7216722" y="6185471"/>
                  <a:ext cx="2484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D6F52C79-6CD5-A1FC-5EB6-EFA95DC39A89}"/>
                    </a:ext>
                  </a:extLst>
                </p14:cNvPr>
                <p14:cNvContentPartPr/>
                <p14:nvPr/>
              </p14:nvContentPartPr>
              <p14:xfrm>
                <a:off x="7263162" y="6123191"/>
                <a:ext cx="69480" cy="116640"/>
              </p14:xfrm>
            </p:contentPart>
          </mc:Choice>
          <mc:Fallback xmlns="">
            <p:pic>
              <p:nvPicPr>
                <p:cNvPr id="19" name="Ink 18">
                  <a:extLst>
                    <a:ext uri="{FF2B5EF4-FFF2-40B4-BE49-F238E27FC236}">
                      <a16:creationId xmlns:a16="http://schemas.microsoft.com/office/drawing/2014/main" id="{D6F52C79-6CD5-A1FC-5EB6-EFA95DC39A89}"/>
                    </a:ext>
                  </a:extLst>
                </p:cNvPr>
                <p:cNvPicPr/>
                <p:nvPr/>
              </p:nvPicPr>
              <p:blipFill>
                <a:blip r:embed="rId21"/>
                <a:stretch>
                  <a:fillRect/>
                </a:stretch>
              </p:blipFill>
              <p:spPr>
                <a:xfrm>
                  <a:off x="7257042" y="6117071"/>
                  <a:ext cx="8172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5D450774-036A-ACCD-20C5-0F3D33EDD0EC}"/>
                    </a:ext>
                  </a:extLst>
                </p14:cNvPr>
                <p14:cNvContentPartPr/>
                <p14:nvPr/>
              </p14:nvContentPartPr>
              <p14:xfrm>
                <a:off x="7294842" y="6194111"/>
                <a:ext cx="58320" cy="40320"/>
              </p14:xfrm>
            </p:contentPart>
          </mc:Choice>
          <mc:Fallback xmlns="">
            <p:pic>
              <p:nvPicPr>
                <p:cNvPr id="20" name="Ink 19">
                  <a:extLst>
                    <a:ext uri="{FF2B5EF4-FFF2-40B4-BE49-F238E27FC236}">
                      <a16:creationId xmlns:a16="http://schemas.microsoft.com/office/drawing/2014/main" id="{5D450774-036A-ACCD-20C5-0F3D33EDD0EC}"/>
                    </a:ext>
                  </a:extLst>
                </p:cNvPr>
                <p:cNvPicPr/>
                <p:nvPr/>
              </p:nvPicPr>
              <p:blipFill>
                <a:blip r:embed="rId23"/>
                <a:stretch>
                  <a:fillRect/>
                </a:stretch>
              </p:blipFill>
              <p:spPr>
                <a:xfrm>
                  <a:off x="7288722" y="6187991"/>
                  <a:ext cx="70560" cy="52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28" name="Ink 27">
                <a:extLst>
                  <a:ext uri="{FF2B5EF4-FFF2-40B4-BE49-F238E27FC236}">
                    <a16:creationId xmlns:a16="http://schemas.microsoft.com/office/drawing/2014/main" id="{CEDF44E2-C245-9BC6-D225-DE88C33F839A}"/>
                  </a:ext>
                </a:extLst>
              </p14:cNvPr>
              <p14:cNvContentPartPr/>
              <p14:nvPr/>
            </p14:nvContentPartPr>
            <p14:xfrm>
              <a:off x="7194554" y="3088905"/>
              <a:ext cx="10440" cy="2952360"/>
            </p14:xfrm>
          </p:contentPart>
        </mc:Choice>
        <mc:Fallback xmlns="">
          <p:pic>
            <p:nvPicPr>
              <p:cNvPr id="28" name="Ink 27">
                <a:extLst>
                  <a:ext uri="{FF2B5EF4-FFF2-40B4-BE49-F238E27FC236}">
                    <a16:creationId xmlns:a16="http://schemas.microsoft.com/office/drawing/2014/main" id="{CEDF44E2-C245-9BC6-D225-DE88C33F839A}"/>
                  </a:ext>
                </a:extLst>
              </p:cNvPr>
              <p:cNvPicPr/>
              <p:nvPr/>
            </p:nvPicPr>
            <p:blipFill>
              <a:blip r:embed="rId25"/>
              <a:stretch>
                <a:fillRect/>
              </a:stretch>
            </p:blipFill>
            <p:spPr>
              <a:xfrm>
                <a:off x="7188434" y="3082785"/>
                <a:ext cx="22680" cy="2964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0" name="Ink 29">
                <a:extLst>
                  <a:ext uri="{FF2B5EF4-FFF2-40B4-BE49-F238E27FC236}">
                    <a16:creationId xmlns:a16="http://schemas.microsoft.com/office/drawing/2014/main" id="{7AE2F702-5D68-7B4E-A96E-B9F56F7BA386}"/>
                  </a:ext>
                </a:extLst>
              </p14:cNvPr>
              <p14:cNvContentPartPr/>
              <p14:nvPr/>
            </p14:nvContentPartPr>
            <p14:xfrm>
              <a:off x="1238839" y="3090846"/>
              <a:ext cx="5964480" cy="29520"/>
            </p14:xfrm>
          </p:contentPart>
        </mc:Choice>
        <mc:Fallback xmlns="">
          <p:pic>
            <p:nvPicPr>
              <p:cNvPr id="30" name="Ink 29">
                <a:extLst>
                  <a:ext uri="{FF2B5EF4-FFF2-40B4-BE49-F238E27FC236}">
                    <a16:creationId xmlns:a16="http://schemas.microsoft.com/office/drawing/2014/main" id="{7AE2F702-5D68-7B4E-A96E-B9F56F7BA386}"/>
                  </a:ext>
                </a:extLst>
              </p:cNvPr>
              <p:cNvPicPr/>
              <p:nvPr/>
            </p:nvPicPr>
            <p:blipFill>
              <a:blip r:embed="rId27"/>
              <a:stretch>
                <a:fillRect/>
              </a:stretch>
            </p:blipFill>
            <p:spPr>
              <a:xfrm>
                <a:off x="1232719" y="3084726"/>
                <a:ext cx="597672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5" name="Ink 34">
                <a:extLst>
                  <a:ext uri="{FF2B5EF4-FFF2-40B4-BE49-F238E27FC236}">
                    <a16:creationId xmlns:a16="http://schemas.microsoft.com/office/drawing/2014/main" id="{D80DAA42-6D67-892D-72FA-15E4DAA67885}"/>
                  </a:ext>
                </a:extLst>
              </p14:cNvPr>
              <p14:cNvContentPartPr/>
              <p14:nvPr/>
            </p14:nvContentPartPr>
            <p14:xfrm>
              <a:off x="7195399" y="3082206"/>
              <a:ext cx="18720" cy="2929320"/>
            </p14:xfrm>
          </p:contentPart>
        </mc:Choice>
        <mc:Fallback xmlns="">
          <p:pic>
            <p:nvPicPr>
              <p:cNvPr id="35" name="Ink 34">
                <a:extLst>
                  <a:ext uri="{FF2B5EF4-FFF2-40B4-BE49-F238E27FC236}">
                    <a16:creationId xmlns:a16="http://schemas.microsoft.com/office/drawing/2014/main" id="{D80DAA42-6D67-892D-72FA-15E4DAA67885}"/>
                  </a:ext>
                </a:extLst>
              </p:cNvPr>
              <p:cNvPicPr/>
              <p:nvPr/>
            </p:nvPicPr>
            <p:blipFill>
              <a:blip r:embed="rId29"/>
              <a:stretch>
                <a:fillRect/>
              </a:stretch>
            </p:blipFill>
            <p:spPr>
              <a:xfrm>
                <a:off x="7186399" y="3073206"/>
                <a:ext cx="36360" cy="29469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8" name="Ink 37">
                <a:extLst>
                  <a:ext uri="{FF2B5EF4-FFF2-40B4-BE49-F238E27FC236}">
                    <a16:creationId xmlns:a16="http://schemas.microsoft.com/office/drawing/2014/main" id="{CEE1D815-595F-15FE-1C0C-2B666274E70F}"/>
                  </a:ext>
                </a:extLst>
              </p14:cNvPr>
              <p14:cNvContentPartPr/>
              <p14:nvPr/>
            </p14:nvContentPartPr>
            <p14:xfrm>
              <a:off x="1224614" y="3071355"/>
              <a:ext cx="5992560" cy="49320"/>
            </p14:xfrm>
          </p:contentPart>
        </mc:Choice>
        <mc:Fallback xmlns="">
          <p:pic>
            <p:nvPicPr>
              <p:cNvPr id="38" name="Ink 37">
                <a:extLst>
                  <a:ext uri="{FF2B5EF4-FFF2-40B4-BE49-F238E27FC236}">
                    <a16:creationId xmlns:a16="http://schemas.microsoft.com/office/drawing/2014/main" id="{CEE1D815-595F-15FE-1C0C-2B666274E70F}"/>
                  </a:ext>
                </a:extLst>
              </p:cNvPr>
              <p:cNvPicPr/>
              <p:nvPr/>
            </p:nvPicPr>
            <p:blipFill>
              <a:blip r:embed="rId31"/>
              <a:stretch>
                <a:fillRect/>
              </a:stretch>
            </p:blipFill>
            <p:spPr>
              <a:xfrm>
                <a:off x="1215614" y="3062355"/>
                <a:ext cx="601020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9" name="Ink 38">
                <a:extLst>
                  <a:ext uri="{FF2B5EF4-FFF2-40B4-BE49-F238E27FC236}">
                    <a16:creationId xmlns:a16="http://schemas.microsoft.com/office/drawing/2014/main" id="{092B10FF-6496-AC24-001E-76BD74A31FD9}"/>
                  </a:ext>
                </a:extLst>
              </p14:cNvPr>
              <p14:cNvContentPartPr/>
              <p14:nvPr/>
            </p14:nvContentPartPr>
            <p14:xfrm>
              <a:off x="7157774" y="3042555"/>
              <a:ext cx="77040" cy="73440"/>
            </p14:xfrm>
          </p:contentPart>
        </mc:Choice>
        <mc:Fallback xmlns="">
          <p:pic>
            <p:nvPicPr>
              <p:cNvPr id="39" name="Ink 38">
                <a:extLst>
                  <a:ext uri="{FF2B5EF4-FFF2-40B4-BE49-F238E27FC236}">
                    <a16:creationId xmlns:a16="http://schemas.microsoft.com/office/drawing/2014/main" id="{092B10FF-6496-AC24-001E-76BD74A31FD9}"/>
                  </a:ext>
                </a:extLst>
              </p:cNvPr>
              <p:cNvPicPr/>
              <p:nvPr/>
            </p:nvPicPr>
            <p:blipFill>
              <a:blip r:embed="rId33"/>
              <a:stretch>
                <a:fillRect/>
              </a:stretch>
            </p:blipFill>
            <p:spPr>
              <a:xfrm>
                <a:off x="7148774" y="3033915"/>
                <a:ext cx="9468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0" name="Ink 39">
                <a:extLst>
                  <a:ext uri="{FF2B5EF4-FFF2-40B4-BE49-F238E27FC236}">
                    <a16:creationId xmlns:a16="http://schemas.microsoft.com/office/drawing/2014/main" id="{D5D5AB8A-035B-5D56-6813-76E216686C9D}"/>
                  </a:ext>
                </a:extLst>
              </p14:cNvPr>
              <p14:cNvContentPartPr/>
              <p14:nvPr/>
            </p14:nvContentPartPr>
            <p14:xfrm>
              <a:off x="5129685" y="3363206"/>
              <a:ext cx="110880" cy="120600"/>
            </p14:xfrm>
          </p:contentPart>
        </mc:Choice>
        <mc:Fallback xmlns="">
          <p:pic>
            <p:nvPicPr>
              <p:cNvPr id="40" name="Ink 39">
                <a:extLst>
                  <a:ext uri="{FF2B5EF4-FFF2-40B4-BE49-F238E27FC236}">
                    <a16:creationId xmlns:a16="http://schemas.microsoft.com/office/drawing/2014/main" id="{D5D5AB8A-035B-5D56-6813-76E216686C9D}"/>
                  </a:ext>
                </a:extLst>
              </p:cNvPr>
              <p:cNvPicPr/>
              <p:nvPr/>
            </p:nvPicPr>
            <p:blipFill>
              <a:blip r:embed="rId35"/>
              <a:stretch>
                <a:fillRect/>
              </a:stretch>
            </p:blipFill>
            <p:spPr>
              <a:xfrm>
                <a:off x="5121045" y="3354206"/>
                <a:ext cx="12852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2" name="Ink 41">
                <a:extLst>
                  <a:ext uri="{FF2B5EF4-FFF2-40B4-BE49-F238E27FC236}">
                    <a16:creationId xmlns:a16="http://schemas.microsoft.com/office/drawing/2014/main" id="{19F3CA5F-91B2-78B3-6D3A-DAF75E8AE1D7}"/>
                  </a:ext>
                </a:extLst>
              </p14:cNvPr>
              <p14:cNvContentPartPr/>
              <p14:nvPr/>
            </p14:nvContentPartPr>
            <p14:xfrm>
              <a:off x="5208885" y="3385526"/>
              <a:ext cx="12240" cy="2635560"/>
            </p14:xfrm>
          </p:contentPart>
        </mc:Choice>
        <mc:Fallback xmlns="">
          <p:pic>
            <p:nvPicPr>
              <p:cNvPr id="42" name="Ink 41">
                <a:extLst>
                  <a:ext uri="{FF2B5EF4-FFF2-40B4-BE49-F238E27FC236}">
                    <a16:creationId xmlns:a16="http://schemas.microsoft.com/office/drawing/2014/main" id="{19F3CA5F-91B2-78B3-6D3A-DAF75E8AE1D7}"/>
                  </a:ext>
                </a:extLst>
              </p:cNvPr>
              <p:cNvPicPr/>
              <p:nvPr/>
            </p:nvPicPr>
            <p:blipFill>
              <a:blip r:embed="rId37"/>
              <a:stretch>
                <a:fillRect/>
              </a:stretch>
            </p:blipFill>
            <p:spPr>
              <a:xfrm>
                <a:off x="5199885" y="3376526"/>
                <a:ext cx="29880" cy="26532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7" name="Ink 46">
                <a:extLst>
                  <a:ext uri="{FF2B5EF4-FFF2-40B4-BE49-F238E27FC236}">
                    <a16:creationId xmlns:a16="http://schemas.microsoft.com/office/drawing/2014/main" id="{C9216E58-729B-3EAB-DB2C-D644AD1EFE3E}"/>
                  </a:ext>
                </a:extLst>
              </p14:cNvPr>
              <p14:cNvContentPartPr/>
              <p14:nvPr/>
            </p14:nvContentPartPr>
            <p14:xfrm>
              <a:off x="5198445" y="6105326"/>
              <a:ext cx="119520" cy="124200"/>
            </p14:xfrm>
          </p:contentPart>
        </mc:Choice>
        <mc:Fallback xmlns="">
          <p:pic>
            <p:nvPicPr>
              <p:cNvPr id="47" name="Ink 46">
                <a:extLst>
                  <a:ext uri="{FF2B5EF4-FFF2-40B4-BE49-F238E27FC236}">
                    <a16:creationId xmlns:a16="http://schemas.microsoft.com/office/drawing/2014/main" id="{C9216E58-729B-3EAB-DB2C-D644AD1EFE3E}"/>
                  </a:ext>
                </a:extLst>
              </p:cNvPr>
              <p:cNvPicPr/>
              <p:nvPr/>
            </p:nvPicPr>
            <p:blipFill>
              <a:blip r:embed="rId39"/>
              <a:stretch>
                <a:fillRect/>
              </a:stretch>
            </p:blipFill>
            <p:spPr>
              <a:xfrm>
                <a:off x="5189445" y="6096326"/>
                <a:ext cx="137160" cy="141840"/>
              </a:xfrm>
              <a:prstGeom prst="rect">
                <a:avLst/>
              </a:prstGeom>
            </p:spPr>
          </p:pic>
        </mc:Fallback>
      </mc:AlternateContent>
      <p:grpSp>
        <p:nvGrpSpPr>
          <p:cNvPr id="7" name="Group 6">
            <a:extLst>
              <a:ext uri="{FF2B5EF4-FFF2-40B4-BE49-F238E27FC236}">
                <a16:creationId xmlns:a16="http://schemas.microsoft.com/office/drawing/2014/main" id="{24D7BEDE-781E-F096-6C98-E7C254653D89}"/>
              </a:ext>
            </a:extLst>
          </p:cNvPr>
          <p:cNvGrpSpPr/>
          <p:nvPr/>
        </p:nvGrpSpPr>
        <p:grpSpPr>
          <a:xfrm>
            <a:off x="5060537" y="6059126"/>
            <a:ext cx="123480" cy="232200"/>
            <a:chOff x="5060537" y="6059126"/>
            <a:chExt cx="123480" cy="232200"/>
          </a:xfrm>
        </p:grpSpPr>
        <mc:AlternateContent xmlns:mc="http://schemas.openxmlformats.org/markup-compatibility/2006" xmlns:p14="http://schemas.microsoft.com/office/powerpoint/2010/main">
          <mc:Choice Requires="p14">
            <p:contentPart p14:bwMode="auto" r:id="rId40">
              <p14:nvContentPartPr>
                <p14:cNvPr id="4" name="Ink 3">
                  <a:extLst>
                    <a:ext uri="{FF2B5EF4-FFF2-40B4-BE49-F238E27FC236}">
                      <a16:creationId xmlns:a16="http://schemas.microsoft.com/office/drawing/2014/main" id="{598F0C67-602A-B1E7-95CA-3B64D791736E}"/>
                    </a:ext>
                  </a:extLst>
                </p14:cNvPr>
                <p14:cNvContentPartPr/>
                <p14:nvPr/>
              </p14:nvContentPartPr>
              <p14:xfrm>
                <a:off x="5060537" y="6059126"/>
                <a:ext cx="59040" cy="196200"/>
              </p14:xfrm>
            </p:contentPart>
          </mc:Choice>
          <mc:Fallback xmlns="">
            <p:pic>
              <p:nvPicPr>
                <p:cNvPr id="4" name="Ink 3">
                  <a:extLst>
                    <a:ext uri="{FF2B5EF4-FFF2-40B4-BE49-F238E27FC236}">
                      <a16:creationId xmlns:a16="http://schemas.microsoft.com/office/drawing/2014/main" id="{598F0C67-602A-B1E7-95CA-3B64D791736E}"/>
                    </a:ext>
                  </a:extLst>
                </p:cNvPr>
                <p:cNvPicPr/>
                <p:nvPr/>
              </p:nvPicPr>
              <p:blipFill>
                <a:blip r:embed="rId41"/>
                <a:stretch>
                  <a:fillRect/>
                </a:stretch>
              </p:blipFill>
              <p:spPr>
                <a:xfrm>
                  <a:off x="5051537" y="6050486"/>
                  <a:ext cx="7668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6" name="Ink 5">
                  <a:extLst>
                    <a:ext uri="{FF2B5EF4-FFF2-40B4-BE49-F238E27FC236}">
                      <a16:creationId xmlns:a16="http://schemas.microsoft.com/office/drawing/2014/main" id="{FC85146C-3765-1828-DEDF-AA4501A653C5}"/>
                    </a:ext>
                  </a:extLst>
                </p14:cNvPr>
                <p14:cNvContentPartPr/>
                <p14:nvPr/>
              </p14:nvContentPartPr>
              <p14:xfrm>
                <a:off x="5178257" y="6101246"/>
                <a:ext cx="5760" cy="190080"/>
              </p14:xfrm>
            </p:contentPart>
          </mc:Choice>
          <mc:Fallback xmlns="">
            <p:pic>
              <p:nvPicPr>
                <p:cNvPr id="6" name="Ink 5">
                  <a:extLst>
                    <a:ext uri="{FF2B5EF4-FFF2-40B4-BE49-F238E27FC236}">
                      <a16:creationId xmlns:a16="http://schemas.microsoft.com/office/drawing/2014/main" id="{FC85146C-3765-1828-DEDF-AA4501A653C5}"/>
                    </a:ext>
                  </a:extLst>
                </p:cNvPr>
                <p:cNvPicPr/>
                <p:nvPr/>
              </p:nvPicPr>
              <p:blipFill>
                <a:blip r:embed="rId43"/>
                <a:stretch>
                  <a:fillRect/>
                </a:stretch>
              </p:blipFill>
              <p:spPr>
                <a:xfrm>
                  <a:off x="5169257" y="6092246"/>
                  <a:ext cx="23400" cy="207720"/>
                </a:xfrm>
                <a:prstGeom prst="rect">
                  <a:avLst/>
                </a:prstGeom>
              </p:spPr>
            </p:pic>
          </mc:Fallback>
        </mc:AlternateContent>
      </p:grpSp>
    </p:spTree>
    <p:extLst>
      <p:ext uri="{BB962C8B-B14F-4D97-AF65-F5344CB8AC3E}">
        <p14:creationId xmlns:p14="http://schemas.microsoft.com/office/powerpoint/2010/main" val="1238812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D19B2-314B-0635-9299-913286C33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17F7A-96F0-64F8-11FA-B3F6A8667C3D}"/>
              </a:ext>
            </a:extLst>
          </p:cNvPr>
          <p:cNvSpPr>
            <a:spLocks noGrp="1"/>
          </p:cNvSpPr>
          <p:nvPr>
            <p:ph type="title"/>
          </p:nvPr>
        </p:nvSpPr>
        <p:spPr/>
        <p:txBody>
          <a:bodyPr/>
          <a:lstStyle/>
          <a:p>
            <a:pPr algn="ctr"/>
            <a:r>
              <a:rPr lang="en-US" dirty="0"/>
              <a:t>Time current curves</a:t>
            </a:r>
          </a:p>
        </p:txBody>
      </p:sp>
      <p:pic>
        <p:nvPicPr>
          <p:cNvPr id="4" name="Picture 16">
            <a:extLst>
              <a:ext uri="{FF2B5EF4-FFF2-40B4-BE49-F238E27FC236}">
                <a16:creationId xmlns:a16="http://schemas.microsoft.com/office/drawing/2014/main" id="{BBDEC611-04B6-F0E7-F0CB-4243BF0A67EC}"/>
              </a:ext>
            </a:extLst>
          </p:cNvPr>
          <p:cNvPicPr>
            <a:picLocks noGrp="1" noChangeAspect="1"/>
          </p:cNvPicPr>
          <p:nvPr>
            <p:ph idx="1"/>
          </p:nvPr>
        </p:nvPicPr>
        <p:blipFill rotWithShape="1">
          <a:blip r:embed="rId3"/>
          <a:srcRect r="3372" b="16965"/>
          <a:stretch/>
        </p:blipFill>
        <p:spPr>
          <a:xfrm>
            <a:off x="1421976" y="1043513"/>
            <a:ext cx="8856000" cy="5485880"/>
          </a:xfrm>
          <a:prstGeom prst="rect">
            <a:avLst/>
          </a:prstGeom>
        </p:spPr>
      </p:pic>
      <p:grpSp>
        <p:nvGrpSpPr>
          <p:cNvPr id="13" name="Group 12">
            <a:extLst>
              <a:ext uri="{FF2B5EF4-FFF2-40B4-BE49-F238E27FC236}">
                <a16:creationId xmlns:a16="http://schemas.microsoft.com/office/drawing/2014/main" id="{825DBEAD-8E29-2D23-688E-C9F73A641245}"/>
              </a:ext>
            </a:extLst>
          </p:cNvPr>
          <p:cNvGrpSpPr/>
          <p:nvPr/>
        </p:nvGrpSpPr>
        <p:grpSpPr>
          <a:xfrm>
            <a:off x="7527829" y="5989505"/>
            <a:ext cx="202680" cy="327240"/>
            <a:chOff x="7527829" y="5989505"/>
            <a:chExt cx="202680" cy="32724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3A89147D-7393-85EA-8100-5AD8B62C524F}"/>
                    </a:ext>
                  </a:extLst>
                </p14:cNvPr>
                <p14:cNvContentPartPr/>
                <p14:nvPr/>
              </p14:nvContentPartPr>
              <p14:xfrm>
                <a:off x="7599109" y="5989505"/>
                <a:ext cx="11520" cy="129240"/>
              </p14:xfrm>
            </p:contentPart>
          </mc:Choice>
          <mc:Fallback xmlns="">
            <p:pic>
              <p:nvPicPr>
                <p:cNvPr id="3" name="Ink 2">
                  <a:extLst>
                    <a:ext uri="{FF2B5EF4-FFF2-40B4-BE49-F238E27FC236}">
                      <a16:creationId xmlns:a16="http://schemas.microsoft.com/office/drawing/2014/main" id="{3A89147D-7393-85EA-8100-5AD8B62C524F}"/>
                    </a:ext>
                  </a:extLst>
                </p:cNvPr>
                <p:cNvPicPr/>
                <p:nvPr/>
              </p:nvPicPr>
              <p:blipFill>
                <a:blip r:embed="rId5"/>
                <a:stretch>
                  <a:fillRect/>
                </a:stretch>
              </p:blipFill>
              <p:spPr>
                <a:xfrm>
                  <a:off x="7590109" y="5980865"/>
                  <a:ext cx="2916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7371DAA5-2227-1326-8EE0-C9C67D27E475}"/>
                    </a:ext>
                  </a:extLst>
                </p14:cNvPr>
                <p14:cNvContentPartPr/>
                <p14:nvPr/>
              </p14:nvContentPartPr>
              <p14:xfrm>
                <a:off x="7527829" y="6172025"/>
                <a:ext cx="76680" cy="144720"/>
              </p14:xfrm>
            </p:contentPart>
          </mc:Choice>
          <mc:Fallback xmlns="">
            <p:pic>
              <p:nvPicPr>
                <p:cNvPr id="9" name="Ink 8">
                  <a:extLst>
                    <a:ext uri="{FF2B5EF4-FFF2-40B4-BE49-F238E27FC236}">
                      <a16:creationId xmlns:a16="http://schemas.microsoft.com/office/drawing/2014/main" id="{7371DAA5-2227-1326-8EE0-C9C67D27E475}"/>
                    </a:ext>
                  </a:extLst>
                </p:cNvPr>
                <p:cNvPicPr/>
                <p:nvPr/>
              </p:nvPicPr>
              <p:blipFill>
                <a:blip r:embed="rId7"/>
                <a:stretch>
                  <a:fillRect/>
                </a:stretch>
              </p:blipFill>
              <p:spPr>
                <a:xfrm>
                  <a:off x="7519189" y="6163385"/>
                  <a:ext cx="9432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7F14DFC0-CD9C-7BCE-812D-97EB3C66914E}"/>
                    </a:ext>
                  </a:extLst>
                </p14:cNvPr>
                <p14:cNvContentPartPr/>
                <p14:nvPr/>
              </p14:nvContentPartPr>
              <p14:xfrm>
                <a:off x="7624309" y="6155105"/>
                <a:ext cx="106200" cy="134280"/>
              </p14:xfrm>
            </p:contentPart>
          </mc:Choice>
          <mc:Fallback xmlns="">
            <p:pic>
              <p:nvPicPr>
                <p:cNvPr id="12" name="Ink 11">
                  <a:extLst>
                    <a:ext uri="{FF2B5EF4-FFF2-40B4-BE49-F238E27FC236}">
                      <a16:creationId xmlns:a16="http://schemas.microsoft.com/office/drawing/2014/main" id="{7F14DFC0-CD9C-7BCE-812D-97EB3C66914E}"/>
                    </a:ext>
                  </a:extLst>
                </p:cNvPr>
                <p:cNvPicPr/>
                <p:nvPr/>
              </p:nvPicPr>
              <p:blipFill>
                <a:blip r:embed="rId9"/>
                <a:stretch>
                  <a:fillRect/>
                </a:stretch>
              </p:blipFill>
              <p:spPr>
                <a:xfrm>
                  <a:off x="7615669" y="6146465"/>
                  <a:ext cx="123840" cy="151920"/>
                </a:xfrm>
                <a:prstGeom prst="rect">
                  <a:avLst/>
                </a:prstGeom>
              </p:spPr>
            </p:pic>
          </mc:Fallback>
        </mc:AlternateContent>
      </p:grpSp>
    </p:spTree>
    <p:extLst>
      <p:ext uri="{BB962C8B-B14F-4D97-AF65-F5344CB8AC3E}">
        <p14:creationId xmlns:p14="http://schemas.microsoft.com/office/powerpoint/2010/main" val="1442962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4C09E-A11F-C846-96A4-E2F690FE9F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601C97-7472-609C-B0A6-91161626A942}"/>
              </a:ext>
            </a:extLst>
          </p:cNvPr>
          <p:cNvSpPr>
            <a:spLocks noGrp="1"/>
          </p:cNvSpPr>
          <p:nvPr>
            <p:ph type="title"/>
          </p:nvPr>
        </p:nvSpPr>
        <p:spPr/>
        <p:txBody>
          <a:bodyPr/>
          <a:lstStyle/>
          <a:p>
            <a:pPr algn="ctr"/>
            <a:r>
              <a:rPr lang="en-US" dirty="0"/>
              <a:t>Useful Calculations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8112507-2B11-1B91-0F54-506F1DC51853}"/>
                  </a:ext>
                </a:extLst>
              </p:cNvPr>
              <p:cNvSpPr>
                <a:spLocks noGrp="1"/>
              </p:cNvSpPr>
              <p:nvPr>
                <p:ph idx="1"/>
              </p:nvPr>
            </p:nvSpPr>
            <p:spPr>
              <a:xfrm>
                <a:off x="320890" y="1341000"/>
                <a:ext cx="11523132" cy="4869169"/>
              </a:xfrm>
            </p:spPr>
            <p:txBody>
              <a:bodyPr/>
              <a:lstStyle/>
              <a:p>
                <a:pPr marL="0" indent="0">
                  <a:buNone/>
                </a:pPr>
                <a:r>
                  <a:rPr lang="en-US" sz="2000" dirty="0"/>
                  <a:t>The short circuit current rating of the cable is as follows:</a:t>
                </a:r>
              </a:p>
              <a:p>
                <a:pPr marL="0" indent="0">
                  <a:buNone/>
                </a:pPr>
                <a14:m>
                  <m:oMathPara xmlns:m="http://schemas.openxmlformats.org/officeDocument/2006/math">
                    <m:oMathParaPr>
                      <m:jc m:val="centerGroup"/>
                    </m:oMathParaPr>
                    <m:oMath xmlns:m="http://schemas.openxmlformats.org/officeDocument/2006/math">
                      <m:sSub>
                        <m:sSubPr>
                          <m:ctrlPr>
                            <a:rPr lang="en-ZA" sz="2000" b="0" i="1" smtClean="0">
                              <a:latin typeface="Cambria Math" panose="02040503050406030204" pitchFamily="18" charset="0"/>
                            </a:rPr>
                          </m:ctrlPr>
                        </m:sSubPr>
                        <m:e>
                          <m:r>
                            <a:rPr lang="en-ZA" sz="2000" b="0" i="1" smtClean="0">
                              <a:latin typeface="Cambria Math" panose="02040503050406030204" pitchFamily="18" charset="0"/>
                            </a:rPr>
                            <m:t>𝐼</m:t>
                          </m:r>
                        </m:e>
                        <m:sub>
                          <m:r>
                            <a:rPr lang="en-ZA" sz="2000" b="0" i="1" smtClean="0">
                              <a:latin typeface="Cambria Math" panose="02040503050406030204" pitchFamily="18" charset="0"/>
                            </a:rPr>
                            <m:t>𝑠𝑐</m:t>
                          </m:r>
                        </m:sub>
                      </m:sSub>
                      <m:r>
                        <a:rPr lang="en-ZA" sz="2000" b="0" i="1" smtClean="0">
                          <a:latin typeface="Cambria Math" panose="02040503050406030204" pitchFamily="18" charset="0"/>
                        </a:rPr>
                        <m:t>=</m:t>
                      </m:r>
                      <m:r>
                        <a:rPr lang="en-ZA" sz="2000" b="0" i="1" smtClean="0">
                          <a:latin typeface="Cambria Math" panose="02040503050406030204" pitchFamily="18" charset="0"/>
                        </a:rPr>
                        <m:t>𝑘</m:t>
                      </m:r>
                      <m:r>
                        <m:rPr>
                          <m:nor/>
                        </m:rPr>
                        <a:rPr lang="en-US" sz="2000" dirty="0"/>
                        <m:t>×</m:t>
                      </m:r>
                      <m:r>
                        <a:rPr lang="en-ZA" sz="2000" b="0" i="1" smtClean="0">
                          <a:latin typeface="Cambria Math" panose="02040503050406030204" pitchFamily="18" charset="0"/>
                        </a:rPr>
                        <m:t>𝐴</m:t>
                      </m:r>
                      <m:r>
                        <m:rPr>
                          <m:nor/>
                        </m:rPr>
                        <a:rPr lang="en-US" sz="2000" dirty="0"/>
                        <m:t>×</m:t>
                      </m:r>
                      <m:rad>
                        <m:radPr>
                          <m:degHide m:val="on"/>
                          <m:ctrlPr>
                            <a:rPr lang="en-US" sz="2000" i="1" dirty="0" smtClean="0">
                              <a:solidFill>
                                <a:srgbClr val="836967"/>
                              </a:solidFill>
                              <a:latin typeface="Cambria Math" panose="02040503050406030204" pitchFamily="18" charset="0"/>
                            </a:rPr>
                          </m:ctrlPr>
                        </m:radPr>
                        <m:deg/>
                        <m:e>
                          <m:f>
                            <m:fPr>
                              <m:ctrlPr>
                                <a:rPr lang="en-US" sz="2000" i="1" dirty="0">
                                  <a:solidFill>
                                    <a:srgbClr val="836967"/>
                                  </a:solidFill>
                                  <a:latin typeface="Cambria Math" panose="02040503050406030204" pitchFamily="18" charset="0"/>
                                </a:rPr>
                              </m:ctrlPr>
                            </m:fPr>
                            <m:num>
                              <m:r>
                                <a:rPr lang="en-US" sz="2000" dirty="0">
                                  <a:latin typeface="Cambria Math" panose="02040503050406030204" pitchFamily="18" charset="0"/>
                                </a:rPr>
                                <m:t>1</m:t>
                              </m:r>
                            </m:num>
                            <m:den>
                              <m:r>
                                <a:rPr lang="en-US" sz="2000" i="1" dirty="0">
                                  <a:latin typeface="Cambria Math" panose="02040503050406030204" pitchFamily="18" charset="0"/>
                                </a:rPr>
                                <m:t>𝑡</m:t>
                              </m:r>
                            </m:den>
                          </m:f>
                        </m:e>
                      </m:rad>
                    </m:oMath>
                  </m:oMathPara>
                </a14:m>
                <a:endParaRPr lang="en-ZA"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smtClean="0">
                              <a:solidFill>
                                <a:srgbClr val="836967"/>
                              </a:solidFill>
                              <a:latin typeface="Cambria Math" panose="02040503050406030204" pitchFamily="18" charset="0"/>
                            </a:rPr>
                          </m:ctrlPr>
                        </m:sSubPr>
                        <m:e>
                          <m:r>
                            <a:rPr lang="en-US" sz="2000" i="1" smtClean="0">
                              <a:latin typeface="Cambria Math" panose="02040503050406030204" pitchFamily="18" charset="0"/>
                            </a:rPr>
                            <m:t>𝐼</m:t>
                          </m:r>
                        </m:e>
                        <m:sub>
                          <m:r>
                            <a:rPr lang="en-US" sz="2000" i="1" smtClean="0">
                              <a:latin typeface="Cambria Math" panose="02040503050406030204" pitchFamily="18" charset="0"/>
                            </a:rPr>
                            <m:t>𝑆𝐶</m:t>
                          </m:r>
                        </m:sub>
                      </m:sSub>
                      <m:r>
                        <a:rPr lang="en-US" sz="2000" i="1" smtClean="0">
                          <a:latin typeface="Cambria Math" panose="02040503050406030204" pitchFamily="18" charset="0"/>
                        </a:rPr>
                        <m:t>=115×95×</m:t>
                      </m:r>
                      <m:rad>
                        <m:radPr>
                          <m:degHide m:val="on"/>
                          <m:ctrlPr>
                            <a:rPr lang="en-US" sz="2000" i="1" smtClean="0">
                              <a:solidFill>
                                <a:srgbClr val="836967"/>
                              </a:solidFill>
                              <a:latin typeface="Cambria Math" panose="02040503050406030204" pitchFamily="18" charset="0"/>
                            </a:rPr>
                          </m:ctrlPr>
                        </m:radPr>
                        <m:deg/>
                        <m:e>
                          <m:f>
                            <m:fPr>
                              <m:ctrlPr>
                                <a:rPr lang="en-US" sz="2000" i="1" smtClean="0">
                                  <a:solidFill>
                                    <a:srgbClr val="836967"/>
                                  </a:solidFill>
                                  <a:latin typeface="Cambria Math" panose="02040503050406030204" pitchFamily="18" charset="0"/>
                                </a:rPr>
                              </m:ctrlPr>
                            </m:fPr>
                            <m:num>
                              <m:r>
                                <a:rPr lang="en-US" sz="2000" i="1" smtClean="0">
                                  <a:latin typeface="Cambria Math" panose="02040503050406030204" pitchFamily="18" charset="0"/>
                                </a:rPr>
                                <m:t>1</m:t>
                              </m:r>
                            </m:num>
                            <m:den>
                              <m:r>
                                <a:rPr lang="en-US" sz="2000" i="1" smtClean="0">
                                  <a:latin typeface="Cambria Math" panose="02040503050406030204" pitchFamily="18" charset="0"/>
                                </a:rPr>
                                <m:t>0,01</m:t>
                              </m:r>
                            </m:den>
                          </m:f>
                        </m:e>
                      </m:rad>
                      <m:r>
                        <a:rPr lang="en-ZA" sz="2000" b="0" i="1" smtClean="0">
                          <a:latin typeface="Cambria Math" panose="02040503050406030204" pitchFamily="18" charset="0"/>
                        </a:rPr>
                        <m:t>=109,25</m:t>
                      </m:r>
                      <m:r>
                        <a:rPr lang="en-ZA" sz="2000" b="0" i="1" smtClean="0">
                          <a:latin typeface="Cambria Math" panose="02040503050406030204" pitchFamily="18" charset="0"/>
                        </a:rPr>
                        <m:t>𝑘𝐴</m:t>
                      </m:r>
                    </m:oMath>
                  </m:oMathPara>
                </a14:m>
                <a:endParaRPr lang="en-US" sz="2000" dirty="0"/>
              </a:p>
              <a:p>
                <a:pPr marL="0" indent="0">
                  <a:buNone/>
                </a:pPr>
                <a:endParaRPr lang="en-US" sz="2000" dirty="0"/>
              </a:p>
              <a:p>
                <a:pPr marL="0" indent="0">
                  <a:buNone/>
                </a:pPr>
                <a:endParaRPr lang="en-US" sz="2000" dirty="0"/>
              </a:p>
              <a:p>
                <a:pPr marL="0" indent="0">
                  <a:buNone/>
                </a:pPr>
                <a:r>
                  <a:rPr lang="en-US" sz="2000" dirty="0"/>
                  <a:t>Therefore the chosen cables can handle the let through current from the fuse.</a:t>
                </a:r>
              </a:p>
              <a:p>
                <a:pPr marL="0" indent="0">
                  <a:buNone/>
                </a:pPr>
                <a:endParaRPr lang="en-US" sz="2000" dirty="0"/>
              </a:p>
              <a:p>
                <a:pPr marL="0" indent="0">
                  <a:buNone/>
                </a:pPr>
                <a:endParaRPr lang="en-US" sz="2000" dirty="0"/>
              </a:p>
            </p:txBody>
          </p:sp>
        </mc:Choice>
        <mc:Fallback xmlns="">
          <p:sp>
            <p:nvSpPr>
              <p:cNvPr id="3" name="Content Placeholder 2">
                <a:extLst>
                  <a:ext uri="{FF2B5EF4-FFF2-40B4-BE49-F238E27FC236}">
                    <a16:creationId xmlns:a16="http://schemas.microsoft.com/office/drawing/2014/main" id="{A8112507-2B11-1B91-0F54-506F1DC51853}"/>
                  </a:ext>
                </a:extLst>
              </p:cNvPr>
              <p:cNvSpPr>
                <a:spLocks noGrp="1" noRot="1" noChangeAspect="1" noMove="1" noResize="1" noEditPoints="1" noAdjustHandles="1" noChangeArrowheads="1" noChangeShapeType="1" noTextEdit="1"/>
              </p:cNvSpPr>
              <p:nvPr>
                <p:ph idx="1"/>
              </p:nvPr>
            </p:nvSpPr>
            <p:spPr>
              <a:xfrm>
                <a:off x="320890" y="1341000"/>
                <a:ext cx="11523132" cy="4869169"/>
              </a:xfrm>
              <a:blipFill>
                <a:blip r:embed="rId3"/>
                <a:stretch>
                  <a:fillRect l="-1376" t="-1502"/>
                </a:stretch>
              </a:blipFill>
            </p:spPr>
            <p:txBody>
              <a:bodyPr/>
              <a:lstStyle/>
              <a:p>
                <a:r>
                  <a:rPr lang="en-ZA">
                    <a:noFill/>
                  </a:rPr>
                  <a:t> </a:t>
                </a:r>
              </a:p>
            </p:txBody>
          </p:sp>
        </mc:Fallback>
      </mc:AlternateContent>
    </p:spTree>
    <p:extLst>
      <p:ext uri="{BB962C8B-B14F-4D97-AF65-F5344CB8AC3E}">
        <p14:creationId xmlns:p14="http://schemas.microsoft.com/office/powerpoint/2010/main" val="320755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77F34-C188-EF17-6E59-DC09982A9F2F}"/>
              </a:ext>
            </a:extLst>
          </p:cNvPr>
          <p:cNvSpPr>
            <a:spLocks noGrp="1"/>
          </p:cNvSpPr>
          <p:nvPr>
            <p:ph type="title"/>
          </p:nvPr>
        </p:nvSpPr>
        <p:spPr/>
        <p:txBody>
          <a:bodyPr/>
          <a:lstStyle/>
          <a:p>
            <a:pPr algn="ctr"/>
            <a:r>
              <a:rPr lang="en-US" dirty="0"/>
              <a:t>Sequence of events</a:t>
            </a:r>
          </a:p>
        </p:txBody>
      </p:sp>
      <p:pic>
        <p:nvPicPr>
          <p:cNvPr id="5" name="Picture 22">
            <a:extLst>
              <a:ext uri="{FF2B5EF4-FFF2-40B4-BE49-F238E27FC236}">
                <a16:creationId xmlns:a16="http://schemas.microsoft.com/office/drawing/2014/main" id="{0312565D-FF09-6DEE-918F-D5BD6609E44C}"/>
              </a:ext>
            </a:extLst>
          </p:cNvPr>
          <p:cNvPicPr>
            <a:picLocks noGrp="1" noChangeAspect="1"/>
          </p:cNvPicPr>
          <p:nvPr>
            <p:ph idx="16"/>
          </p:nvPr>
        </p:nvPicPr>
        <p:blipFill>
          <a:blip r:embed="rId3"/>
          <a:stretch>
            <a:fillRect/>
          </a:stretch>
        </p:blipFill>
        <p:spPr>
          <a:xfrm>
            <a:off x="334963" y="1028964"/>
            <a:ext cx="11522073" cy="5462914"/>
          </a:xfrm>
          <a:prstGeom prst="rect">
            <a:avLst/>
          </a:prstGeom>
        </p:spPr>
      </p:pic>
    </p:spTree>
    <p:extLst>
      <p:ext uri="{BB962C8B-B14F-4D97-AF65-F5344CB8AC3E}">
        <p14:creationId xmlns:p14="http://schemas.microsoft.com/office/powerpoint/2010/main" val="168557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9424E26-441D-9EEE-56D1-E7BE2BFE8108}"/>
              </a:ext>
            </a:extLst>
          </p:cNvPr>
          <p:cNvSpPr>
            <a:spLocks noGrp="1"/>
          </p:cNvSpPr>
          <p:nvPr>
            <p:ph type="ctrTitle"/>
          </p:nvPr>
        </p:nvSpPr>
        <p:spPr/>
        <p:txBody>
          <a:bodyPr/>
          <a:lstStyle/>
          <a:p>
            <a:r>
              <a:rPr lang="en-ZA" dirty="0"/>
              <a:t>Effects of the compressor trip on production and value chain</a:t>
            </a:r>
          </a:p>
        </p:txBody>
      </p:sp>
      <p:sp>
        <p:nvSpPr>
          <p:cNvPr id="15" name="Picture Placeholder 14">
            <a:extLst>
              <a:ext uri="{FF2B5EF4-FFF2-40B4-BE49-F238E27FC236}">
                <a16:creationId xmlns:a16="http://schemas.microsoft.com/office/drawing/2014/main" id="{D2F5B46E-C089-C61A-0BAD-48FC63C93BB1}"/>
              </a:ext>
            </a:extLst>
          </p:cNvPr>
          <p:cNvSpPr>
            <a:spLocks noGrp="1"/>
          </p:cNvSpPr>
          <p:nvPr>
            <p:ph type="pic" sz="quarter" idx="10"/>
          </p:nvPr>
        </p:nvSpPr>
        <p:spPr>
          <a:xfrm>
            <a:off x="341904" y="2277000"/>
            <a:ext cx="11514095" cy="3384000"/>
          </a:xfrm>
        </p:spPr>
        <p:txBody>
          <a:bodyPr/>
          <a:lstStyle/>
          <a:p>
            <a:pPr marL="514350" indent="-514350">
              <a:buAutoNum type="arabicPeriod"/>
            </a:pPr>
            <a:r>
              <a:rPr lang="en-ZA" sz="2000" dirty="0"/>
              <a:t>Production Loss of R 5,834,407,68</a:t>
            </a:r>
          </a:p>
          <a:p>
            <a:pPr marL="514350" indent="-514350">
              <a:buAutoNum type="arabicPeriod"/>
            </a:pPr>
            <a:r>
              <a:rPr lang="en-ZA" sz="2000" dirty="0"/>
              <a:t>Maintenance Costs </a:t>
            </a:r>
          </a:p>
          <a:p>
            <a:pPr marL="514350" indent="-514350">
              <a:buAutoNum type="arabicPeriod"/>
            </a:pPr>
            <a:r>
              <a:rPr lang="en-ZA" sz="2000" dirty="0"/>
              <a:t>Supply Chain Disruptions</a:t>
            </a:r>
          </a:p>
        </p:txBody>
      </p:sp>
    </p:spTree>
    <p:extLst>
      <p:ext uri="{BB962C8B-B14F-4D97-AF65-F5344CB8AC3E}">
        <p14:creationId xmlns:p14="http://schemas.microsoft.com/office/powerpoint/2010/main" val="438501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EAE39-06BA-2C17-39D4-459F4A3125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88110-72B8-2E8B-FCD8-F24DD1D74C36}"/>
              </a:ext>
            </a:extLst>
          </p:cNvPr>
          <p:cNvSpPr>
            <a:spLocks noGrp="1"/>
          </p:cNvSpPr>
          <p:nvPr>
            <p:ph type="title"/>
          </p:nvPr>
        </p:nvSpPr>
        <p:spPr/>
        <p:txBody>
          <a:bodyPr/>
          <a:lstStyle/>
          <a:p>
            <a:pPr algn="ctr"/>
            <a:r>
              <a:rPr lang="en-US" dirty="0"/>
              <a:t>Recommendations</a:t>
            </a:r>
          </a:p>
        </p:txBody>
      </p:sp>
      <p:sp>
        <p:nvSpPr>
          <p:cNvPr id="3" name="Content Placeholder 2">
            <a:extLst>
              <a:ext uri="{FF2B5EF4-FFF2-40B4-BE49-F238E27FC236}">
                <a16:creationId xmlns:a16="http://schemas.microsoft.com/office/drawing/2014/main" id="{ABDFB653-3B48-852E-D4B8-6BE636150799}"/>
              </a:ext>
            </a:extLst>
          </p:cNvPr>
          <p:cNvSpPr>
            <a:spLocks noGrp="1"/>
          </p:cNvSpPr>
          <p:nvPr>
            <p:ph idx="1"/>
          </p:nvPr>
        </p:nvSpPr>
        <p:spPr/>
        <p:txBody>
          <a:bodyPr/>
          <a:lstStyle/>
          <a:p>
            <a:pPr marL="0" indent="0">
              <a:buNone/>
            </a:pPr>
            <a:r>
              <a:rPr lang="en-US" sz="2000" dirty="0"/>
              <a:t>Set up an alarm system that warns Control of the Standby pump not being on auto for longer than 10 minutes.</a:t>
            </a:r>
          </a:p>
        </p:txBody>
      </p:sp>
      <p:pic>
        <p:nvPicPr>
          <p:cNvPr id="5" name="Picture 4">
            <a:extLst>
              <a:ext uri="{FF2B5EF4-FFF2-40B4-BE49-F238E27FC236}">
                <a16:creationId xmlns:a16="http://schemas.microsoft.com/office/drawing/2014/main" id="{F82F62C5-2363-ECF6-3CF3-43BE7CD97DB6}"/>
              </a:ext>
            </a:extLst>
          </p:cNvPr>
          <p:cNvPicPr>
            <a:picLocks noChangeAspect="1"/>
          </p:cNvPicPr>
          <p:nvPr/>
        </p:nvPicPr>
        <p:blipFill>
          <a:blip r:embed="rId3"/>
          <a:stretch>
            <a:fillRect/>
          </a:stretch>
        </p:blipFill>
        <p:spPr>
          <a:xfrm>
            <a:off x="0" y="2731933"/>
            <a:ext cx="12192000" cy="1394133"/>
          </a:xfrm>
          <a:prstGeom prst="rect">
            <a:avLst/>
          </a:prstGeom>
        </p:spPr>
      </p:pic>
    </p:spTree>
    <p:extLst>
      <p:ext uri="{BB962C8B-B14F-4D97-AF65-F5344CB8AC3E}">
        <p14:creationId xmlns:p14="http://schemas.microsoft.com/office/powerpoint/2010/main" val="22767030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E779E9-4725-45A9-1102-0381581557CC}"/>
              </a:ext>
            </a:extLst>
          </p:cNvPr>
          <p:cNvPicPr>
            <a:picLocks noChangeAspect="1"/>
          </p:cNvPicPr>
          <p:nvPr/>
        </p:nvPicPr>
        <p:blipFill>
          <a:blip r:embed="rId2"/>
          <a:stretch>
            <a:fillRect/>
          </a:stretch>
        </p:blipFill>
        <p:spPr>
          <a:xfrm>
            <a:off x="4970479" y="3141000"/>
            <a:ext cx="2036240" cy="2030144"/>
          </a:xfrm>
          <a:prstGeom prst="rect">
            <a:avLst/>
          </a:prstGeom>
        </p:spPr>
      </p:pic>
      <p:sp>
        <p:nvSpPr>
          <p:cNvPr id="6" name="TextBox 5">
            <a:extLst>
              <a:ext uri="{FF2B5EF4-FFF2-40B4-BE49-F238E27FC236}">
                <a16:creationId xmlns:a16="http://schemas.microsoft.com/office/drawing/2014/main" id="{4B86856F-FD64-8E1D-4620-638D5A4732A7}"/>
              </a:ext>
            </a:extLst>
          </p:cNvPr>
          <p:cNvSpPr txBox="1"/>
          <p:nvPr/>
        </p:nvSpPr>
        <p:spPr>
          <a:xfrm>
            <a:off x="4857520" y="2349000"/>
            <a:ext cx="2262158" cy="646331"/>
          </a:xfrm>
          <a:prstGeom prst="rect">
            <a:avLst/>
          </a:prstGeom>
          <a:noFill/>
        </p:spPr>
        <p:txBody>
          <a:bodyPr wrap="none" rtlCol="0">
            <a:spAutoFit/>
          </a:bodyPr>
          <a:lstStyle/>
          <a:p>
            <a:r>
              <a:rPr lang="en-US" sz="3600" dirty="0"/>
              <a:t>Questions</a:t>
            </a:r>
          </a:p>
        </p:txBody>
      </p:sp>
    </p:spTree>
    <p:extLst>
      <p:ext uri="{BB962C8B-B14F-4D97-AF65-F5344CB8AC3E}">
        <p14:creationId xmlns:p14="http://schemas.microsoft.com/office/powerpoint/2010/main" val="1639843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64924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KKOFORMATS" val="&lt;MekkoFormats&gt;&lt;NumberFormat DecimalSeparator=&quot;.&quot; ThousandSeparator=&quot;,&quot; NegativeNumberFormat=&quot;1&quot; /&gt;&lt;Font&gt;&lt;Output_Font_Name Default=&quot;Verdana&quot; UsePPTTheme=&quot;True&quot; /&gt;&lt;/Font&gt;&lt;/MekkoFormats&gt;"/>
</p:tagLst>
</file>

<file path=ppt/theme/theme1.xml><?xml version="1.0" encoding="utf-8"?>
<a:theme xmlns:a="http://schemas.openxmlformats.org/drawingml/2006/main" name="4_SASOL TEMPLATE">
  <a:themeElements>
    <a:clrScheme name="Sasol 1">
      <a:dk1>
        <a:srgbClr val="000000"/>
      </a:dk1>
      <a:lt1>
        <a:srgbClr val="FFFFFF"/>
      </a:lt1>
      <a:dk2>
        <a:srgbClr val="96A7B0"/>
      </a:dk2>
      <a:lt2>
        <a:srgbClr val="D5D7D7"/>
      </a:lt2>
      <a:accent1>
        <a:srgbClr val="04284D"/>
      </a:accent1>
      <a:accent2>
        <a:srgbClr val="007DB6"/>
      </a:accent2>
      <a:accent3>
        <a:srgbClr val="00AEEF"/>
      </a:accent3>
      <a:accent4>
        <a:srgbClr val="92C5EB"/>
      </a:accent4>
      <a:accent5>
        <a:srgbClr val="C3D3DD"/>
      </a:accent5>
      <a:accent6>
        <a:srgbClr val="96D5D2"/>
      </a:accent6>
      <a:hlink>
        <a:srgbClr val="007DB6"/>
      </a:hlink>
      <a:folHlink>
        <a:srgbClr val="6B489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a:no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lnSpc>
            <a:spcPct val="110000"/>
          </a:lnSpc>
          <a:spcBef>
            <a:spcPts val="100"/>
          </a:spcBef>
          <a:spcAft>
            <a:spcPts val="100"/>
          </a:spcAft>
          <a:defRPr sz="1400"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5" id="{88045E97-3035-DC4A-A676-A0104108850A}" vid="{6FE12B1D-C9C4-7048-AE54-9319CAAC6891}"/>
    </a:ext>
  </a:extLst>
</a:theme>
</file>

<file path=ppt/theme/theme2.xml><?xml version="1.0" encoding="utf-8"?>
<a:theme xmlns:a="http://schemas.openxmlformats.org/drawingml/2006/main" name="4_SASOL TEMPLATE">
  <a:themeElements>
    <a:clrScheme name="Sasol August 2015">
      <a:dk1>
        <a:srgbClr val="000000"/>
      </a:dk1>
      <a:lt1>
        <a:sysClr val="window" lastClr="FFFFFF"/>
      </a:lt1>
      <a:dk2>
        <a:srgbClr val="96A7B0"/>
      </a:dk2>
      <a:lt2>
        <a:srgbClr val="D5D7D7"/>
      </a:lt2>
      <a:accent1>
        <a:srgbClr val="04284D"/>
      </a:accent1>
      <a:accent2>
        <a:srgbClr val="007DB6"/>
      </a:accent2>
      <a:accent3>
        <a:srgbClr val="00AEEF"/>
      </a:accent3>
      <a:accent4>
        <a:srgbClr val="92C5EB"/>
      </a:accent4>
      <a:accent5>
        <a:srgbClr val="E2ECF1"/>
      </a:accent5>
      <a:accent6>
        <a:srgbClr val="6B489D"/>
      </a:accent6>
      <a:hlink>
        <a:srgbClr val="007DB6"/>
      </a:hlink>
      <a:folHlink>
        <a:srgbClr val="6B489D"/>
      </a:folHlink>
    </a:clrScheme>
    <a:fontScheme name="Custom 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a:no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lnSpc>
            <a:spcPct val="110000"/>
          </a:lnSpc>
          <a:spcBef>
            <a:spcPts val="100"/>
          </a:spcBef>
          <a:spcAft>
            <a:spcPts val="100"/>
          </a:spcAft>
          <a:defRPr sz="1400"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5" id="{88045E97-3035-DC4A-A676-A0104108850A}" vid="{6FE12B1D-C9C4-7048-AE54-9319CAAC689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888322F538DE4AAF15FB82DBCA699D" ma:contentTypeVersion="15" ma:contentTypeDescription="Create a new document." ma:contentTypeScope="" ma:versionID="159bbdbdc2b42d5d9808a479062058ca">
  <xsd:schema xmlns:xsd="http://www.w3.org/2001/XMLSchema" xmlns:xs="http://www.w3.org/2001/XMLSchema" xmlns:p="http://schemas.microsoft.com/office/2006/metadata/properties" xmlns:ns2="00d43daf-e12f-4054-b22e-caca40d04d71" xmlns:ns3="bcc86c56-3c95-4f1e-9f51-111b4f17f324" targetNamespace="http://schemas.microsoft.com/office/2006/metadata/properties" ma:root="true" ma:fieldsID="3fcc29e9f0248985755a5cd715c1c73f" ns2:_="" ns3:_="">
    <xsd:import namespace="00d43daf-e12f-4054-b22e-caca40d04d71"/>
    <xsd:import namespace="bcc86c56-3c95-4f1e-9f51-111b4f17f32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SearchProperties"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d43daf-e12f-4054-b22e-caca40d04d7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cf83f3cf-7091-42ba-a2e7-78254d07669b"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cc86c56-3c95-4f1e-9f51-111b4f17f324"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fc4bb1c3-1c4c-4a7e-a429-ae96158ae0a1}" ma:internalName="TaxCatchAll" ma:showField="CatchAllData" ma:web="bcc86c56-3c95-4f1e-9f51-111b4f17f324">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bcc86c56-3c95-4f1e-9f51-111b4f17f324" xsi:nil="true"/>
    <lcf76f155ced4ddcb4097134ff3c332f xmlns="00d43daf-e12f-4054-b22e-caca40d04d7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LongProperties xmlns="http://schemas.microsoft.com/office/2006/metadata/longProperties"/>
</file>

<file path=customXml/itemProps1.xml><?xml version="1.0" encoding="utf-8"?>
<ds:datastoreItem xmlns:ds="http://schemas.openxmlformats.org/officeDocument/2006/customXml" ds:itemID="{996C8ED4-43BA-49E0-A125-FC5EFEAD24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d43daf-e12f-4054-b22e-caca40d04d71"/>
    <ds:schemaRef ds:uri="bcc86c56-3c95-4f1e-9f51-111b4f17f3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2D0A677-B6F8-4AAC-846E-F05EE70F7580}">
  <ds:schemaRefs>
    <ds:schemaRef ds:uri="http://purl.org/dc/dcmitype/"/>
    <ds:schemaRef ds:uri="http://www.w3.org/XML/1998/namespace"/>
    <ds:schemaRef ds:uri="http://purl.org/dc/elements/1.1/"/>
    <ds:schemaRef ds:uri="http://purl.org/dc/terms/"/>
    <ds:schemaRef ds:uri="bcc86c56-3c95-4f1e-9f51-111b4f17f324"/>
    <ds:schemaRef ds:uri="http://schemas.microsoft.com/office/2006/metadata/properties"/>
    <ds:schemaRef ds:uri="http://schemas.microsoft.com/office/infopath/2007/PartnerControls"/>
    <ds:schemaRef ds:uri="http://schemas.microsoft.com/office/2006/documentManagement/types"/>
    <ds:schemaRef ds:uri="http://schemas.openxmlformats.org/package/2006/metadata/core-properties"/>
    <ds:schemaRef ds:uri="00d43daf-e12f-4054-b22e-caca40d04d71"/>
  </ds:schemaRefs>
</ds:datastoreItem>
</file>

<file path=customXml/itemProps3.xml><?xml version="1.0" encoding="utf-8"?>
<ds:datastoreItem xmlns:ds="http://schemas.openxmlformats.org/officeDocument/2006/customXml" ds:itemID="{C456A616-E94C-4CF9-B3F9-723E9A356631}">
  <ds:schemaRefs>
    <ds:schemaRef ds:uri="http://schemas.microsoft.com/sharepoint/v3/contenttype/forms"/>
  </ds:schemaRefs>
</ds:datastoreItem>
</file>

<file path=customXml/itemProps4.xml><?xml version="1.0" encoding="utf-8"?>
<ds:datastoreItem xmlns:ds="http://schemas.openxmlformats.org/officeDocument/2006/customXml" ds:itemID="{7C7EB226-1C3E-4BDB-85FE-A033FBD46D01}">
  <ds:schemaRefs>
    <ds:schemaRef ds:uri="http://schemas.microsoft.com/office/2006/metadata/longProperties"/>
  </ds:schemaRefs>
</ds:datastoreItem>
</file>

<file path=docMetadata/LabelInfo.xml><?xml version="1.0" encoding="utf-8"?>
<clbl:labelList xmlns:clbl="http://schemas.microsoft.com/office/2020/mipLabelMetadata">
  <clbl:label id="{3d2c89c4-4762-4441-8185-505beedaf7af}" enabled="0" method="" siteId="{3d2c89c4-4762-4441-8185-505beedaf7af}" removed="1"/>
</clbl:labelList>
</file>

<file path=docProps/app.xml><?xml version="1.0" encoding="utf-8"?>
<Properties xmlns="http://schemas.openxmlformats.org/officeDocument/2006/extended-properties" xmlns:vt="http://schemas.openxmlformats.org/officeDocument/2006/docPropsVTypes">
  <Template/>
  <TotalTime>0</TotalTime>
  <Words>1333</Words>
  <Application>Microsoft Office PowerPoint</Application>
  <PresentationFormat>Widescreen</PresentationFormat>
  <Paragraphs>90</Paragraphs>
  <Slides>15</Slides>
  <Notes>14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Aptos</vt:lpstr>
      <vt:lpstr>Arial</vt:lpstr>
      <vt:lpstr>Ariel</vt:lpstr>
      <vt:lpstr>Cambria Math</vt:lpstr>
      <vt:lpstr>4_SASOL TEMPLATE</vt:lpstr>
      <vt:lpstr>4_SASOL TEMPLATE</vt:lpstr>
      <vt:lpstr>Lube Oil Systems</vt:lpstr>
      <vt:lpstr>Background</vt:lpstr>
      <vt:lpstr>Working Principle of the compressors</vt:lpstr>
      <vt:lpstr>Distribution</vt:lpstr>
      <vt:lpstr>Lube Oil System (Slow transfer)</vt:lpstr>
      <vt:lpstr>Reacceleration Scheme schematic and staggered timers</vt:lpstr>
      <vt:lpstr>Protective measures</vt:lpstr>
      <vt:lpstr>Let through current by the fuse</vt:lpstr>
      <vt:lpstr>Time current curves</vt:lpstr>
      <vt:lpstr>Useful Calculations</vt:lpstr>
      <vt:lpstr>Sequence of events</vt:lpstr>
      <vt:lpstr>Effects of the compressor trip on production and value chain</vt:lpstr>
      <vt:lpstr>Recommendations</vt:lpstr>
      <vt:lpstr>PowerPoint Presentation</vt:lpstr>
      <vt:lpstr>PowerPoint Presentation</vt:lpstr>
    </vt:vector>
  </TitlesOfParts>
  <Manager/>
  <Company>Sasol</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Standard Template 16x9</dc:title>
  <dc:subject>Standard Template 16x9</dc:subject>
  <dc:creator>Mercia De Beer</dc:creator>
  <cp:keywords/>
  <dc:description/>
  <cp:lastModifiedBy>Branden Nkhahle</cp:lastModifiedBy>
  <cp:revision>4410</cp:revision>
  <cp:lastPrinted>2020-02-10T12:15:36Z</cp:lastPrinted>
  <dcterms:created xsi:type="dcterms:W3CDTF">2016-04-15T07:23:20Z</dcterms:created>
  <dcterms:modified xsi:type="dcterms:W3CDTF">2025-01-13T12:39:37Z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usinessArea0">
    <vt:lpwstr>Public Affairs|788238bb-602b-4e3e-b5d3-232488cb557b</vt:lpwstr>
  </property>
  <property fmtid="{D5CDD505-2E9C-101B-9397-08002B2CF9AE}" pid="3" name="TaxKeywordTaxHTField">
    <vt:lpwstr/>
  </property>
  <property fmtid="{D5CDD505-2E9C-101B-9397-08002B2CF9AE}" pid="4" name="AssociatedDocumentNumbers">
    <vt:lpwstr/>
  </property>
  <property fmtid="{D5CDD505-2E9C-101B-9397-08002B2CF9AE}" pid="5" name="BusinessArea">
    <vt:lpwstr>57;#Public Affairs|788238bb-602b-4e3e-b5d3-232488cb557b</vt:lpwstr>
  </property>
  <property fmtid="{D5CDD505-2E9C-101B-9397-08002B2CF9AE}" pid="6" name="GeographicalRegion0">
    <vt:lpwstr>South Africa|537c9176-ee59-42f6-9a2a-9864bd43cb52</vt:lpwstr>
  </property>
  <property fmtid="{D5CDD505-2E9C-101B-9397-08002B2CF9AE}" pid="7" name="TaxKeyword">
    <vt:lpwstr/>
  </property>
  <property fmtid="{D5CDD505-2E9C-101B-9397-08002B2CF9AE}" pid="8" name="GeographicalRegion">
    <vt:lpwstr>2;#South Africa|537c9176-ee59-42f6-9a2a-9864bd43cb52</vt:lpwstr>
  </property>
  <property fmtid="{D5CDD505-2E9C-101B-9397-08002B2CF9AE}" pid="9" name="DocumentNumber">
    <vt:lpwstr/>
  </property>
  <property fmtid="{D5CDD505-2E9C-101B-9397-08002B2CF9AE}" pid="10" name="TaxCatchAll">
    <vt:lpwstr>2;#South Africa|537c9176-ee59-42f6-9a2a-9864bd43cb52;#57;#Public Affairs|788238bb-602b-4e3e-b5d3-232488cb557b</vt:lpwstr>
  </property>
  <property fmtid="{D5CDD505-2E9C-101B-9397-08002B2CF9AE}" pid="11" name="ContentTypeId">
    <vt:lpwstr>0x01010019888322F538DE4AAF15FB82DBCA699D</vt:lpwstr>
  </property>
  <property fmtid="{D5CDD505-2E9C-101B-9397-08002B2CF9AE}" pid="12" name="MediaServiceImageTags">
    <vt:lpwstr/>
  </property>
</Properties>
</file>